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3bb60fcecbc4681" /><Relationship Type="http://schemas.openxmlformats.org/officeDocument/2006/relationships/extended-properties" Target="/docProps/app.xml" Id="Rb1fbabb6424b4fa4" /><Relationship Type="http://schemas.openxmlformats.org/officeDocument/2006/relationships/officeDocument" Target="/ppt/presentation.xml" Id="Re7a5d01014754ad3" /></Relationships>
</file>

<file path=ppt/presentation.xml><?xml version="1.0" encoding="utf-8"?>
<p:presentation xmlns:p="http://schemas.openxmlformats.org/presentationml/2006/main">
  <p:sldMasterIdLst>
    <p:sldMasterId xmlns:r="http://schemas.openxmlformats.org/officeDocument/2006/relationships" id="2147483648" r:id="R092f324233d74dc9"/>
  </p:sldMasterIdLst>
  <p:notesMasterIdLst>
    <p:notesMasterId xmlns:r="http://schemas.openxmlformats.org/officeDocument/2006/relationships" r:id="Ra79cf707b5a74fc1"/>
  </p:notesMasterIdLst>
  <p:sldIdLst>
    <p:sldId xmlns:r="http://schemas.openxmlformats.org/officeDocument/2006/relationships" id="256" r:id="R1f61a36447c442cc"/>
    <p:sldId xmlns:r="http://schemas.openxmlformats.org/officeDocument/2006/relationships" id="257" r:id="R818f42cfa6df45d2"/>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6f4b54d888b42b6" /><Relationship Type="http://schemas.openxmlformats.org/officeDocument/2006/relationships/slideMaster" Target="/ppt/slideMasters/slideMaster1.xml" Id="R092f324233d74dc9" /><Relationship Type="http://schemas.openxmlformats.org/officeDocument/2006/relationships/notesMaster" Target="/ppt/notesMasters/notesMaster1.xml" Id="Ra79cf707b5a74fc1" /><Relationship Type="http://schemas.openxmlformats.org/officeDocument/2006/relationships/presProps" Target="/ppt/presProps.xml" Id="R56d2d3140115452b" /><Relationship Type="http://schemas.openxmlformats.org/officeDocument/2006/relationships/tableStyles" Target="/ppt/tableStyles.xml" Id="R3336180526104a66" /><Relationship Type="http://schemas.openxmlformats.org/officeDocument/2006/relationships/slide" Target="/ppt/slides/slide1.xml" Id="R1f61a36447c442cc" /><Relationship Type="http://schemas.openxmlformats.org/officeDocument/2006/relationships/slide" Target="/ppt/slides/slide2.xml" Id="R818f42cfa6df45d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d9905e5eab3449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aa6e9f233994759" /><Relationship Type="http://schemas.openxmlformats.org/officeDocument/2006/relationships/notesMaster" Target="/ppt/notesMasters/notesMaster1.xml" Id="R41491e0cdafb4438" /></Relationships>
</file>

<file path=ppt/notesSlides/_rels/notesSlide2.xml.rels>&#65279;<?xml version="1.0" encoding="utf-8"?><Relationships xmlns="http://schemas.openxmlformats.org/package/2006/relationships"><Relationship Type="http://schemas.openxmlformats.org/officeDocument/2006/relationships/slide" Target="/ppt/slides/slide2.xml" Id="R4102f58f157442d9" /><Relationship Type="http://schemas.openxmlformats.org/officeDocument/2006/relationships/notesMaster" Target="/ppt/notesMasters/notesMaster1.xml" Id="Re463b5861f26436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Typography study. [1] Yellowstone entrance sign photograph, Living on Earth: https://loe.org/shows/segments.html?programID=13-P13-00008&amp;segmentID=1 . The sign contributes the idea of a distinct serif identity, not its all-capital treatment. [2] Apple Newsroom, Apple debuts iPhone 17: https://www.apple.com/newsroom/2025/09/apple-debuts-iphone-17/ . Screenshot captured October 19, 2026, cropped to the headline and supporting text. The visual observation concerns size and weight hierarchy, not a claim that Recall uses Apple's proprietary typeface. Recall Add photos screenshot captured October 19, 2026. Current values verified in frontend/src/style.css: Georgia wordmark 32px 600, page title 31px 600, inputs 16px, system sans-serif stack for controls. These are design intentions rather than measured usability findings. The serif wordmark lends a personal collection character while system text supports repeated reading and editing. One large page heading establishes purpose before the import action. External imagery retains its creators' rights and appears for classroom analysis.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Color study. [3] Starbucks home page: https://www.starbucks.com/ . Screenshot captured October 19, 2026. Observe repeated deep green and generous light separation around product photography. Recall borrows the restrained relationship between brand color, light surfaces and images, not Starbucks' exact colors or layout. [4] Tunnel View, Yosemite National Park, NPS Photo / C. Jacoby: https://www.nps.gov/places/000/tunnel-view.htm . Image: https://www.nps.gov/common/uploads/cropped_image/primary/0CFC2E25-B7B1-A12D-8621A2F88303D8EF.jpg?width=1600&amp;quality=90&amp;mode=crop . Observe pale granite above a darker green forest. Recall Saved screenshot captured October 19, 2026 with keyboard focus on All. Applied values verified in frontend/src/style.css: page #F5F5EE, cards #FFFEFA, primary #214F3C, text #24372F, focus-visible #A76B2E. Cream gives unpredictable user images a neutral setting. Solid green emphasizes the primary action. The brown outline identifies keyboard focus separately from selection, and filter labels provide meaning through text. These rationales describe intended benefits, not a completed accessibility or user study. External sources retain their original rights and appear for classroom design analysis.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15f25b2e6854fc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fd8f0af1e59494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c8cd3eb8b58479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c7b891ce60743f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11b0723f6db45a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e5f234235f943c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E60C7F1-CA3B-4A6F-806D-1D765C6E7E19}"/>
              </a:ext>
            </a:extLst>
          </p:cNvPr>
          <p:cNvSpPr>
            <a:spLocks xmlns:a="http://schemas.openxmlformats.org/drawingml/2006/main" noGrp="1"/>
          </p:cNvSpPr>
          <p:nvPr>
            <p:ph type="title" idx="0"/>
          </p:nvPr>
        </p:nvSpPr>
        <p:spPr>
          <a:xfrm xmlns:a="http://schemas.openxmlformats.org/drawingml/2006/main">
            <a:off x="1524000" y="3238500"/>
            <a:ext cx="12192000" cy="12382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000" b="1">
                <a:solidFill>
                  <a:schemeClr val="tx1"/>
                </a:solidFill>
                <a:latin typeface="+mj-lt"/>
                <a:ea typeface="+mj-lt"/>
                <a:cs typeface="+mj-lt"/>
              </a:defRPr>
            </a:defPPr>
            <a:lvl1pPr marL="0" indent="0" algn="ctr">
              <a:lnSpc>
                <a:spcPct val="110000"/>
              </a:lnSpc>
              <a:spcBef>
                <a:spcPts val="0"/>
              </a:spcBef>
              <a:spcAft>
                <a:spcPts val="0"/>
              </a:spcAft>
              <a:buNone/>
              <a:defRPr sz="6000" b="1">
                <a:solidFill>
                  <a:schemeClr val="tx1"/>
                </a:solidFill>
                <a:latin typeface="+mj-lt"/>
                <a:ea typeface="+mj-lt"/>
                <a:cs typeface="+mj-lt"/>
              </a:defRPr>
            </a:lvl1pPr>
            <a:lvl2pPr marL="0" indent="0" algn="ctr">
              <a:lnSpc>
                <a:spcPct val="110000"/>
              </a:lnSpc>
              <a:spcBef>
                <a:spcPts val="0"/>
              </a:spcBef>
              <a:spcAft>
                <a:spcPts val="0"/>
              </a:spcAft>
              <a:buNone/>
              <a:defRPr sz="6000" b="1">
                <a:solidFill>
                  <a:schemeClr val="tx1"/>
                </a:solidFill>
                <a:latin typeface="+mj-lt"/>
                <a:ea typeface="+mj-lt"/>
                <a:cs typeface="+mj-lt"/>
              </a:defRPr>
            </a:lvl2pPr>
            <a:lvl3pPr marL="0" indent="0" algn="ctr">
              <a:lnSpc>
                <a:spcPct val="110000"/>
              </a:lnSpc>
              <a:spcBef>
                <a:spcPts val="0"/>
              </a:spcBef>
              <a:spcAft>
                <a:spcPts val="0"/>
              </a:spcAft>
              <a:buNone/>
              <a:defRPr sz="6000" b="1">
                <a:solidFill>
                  <a:schemeClr val="tx1"/>
                </a:solidFill>
                <a:latin typeface="+mj-lt"/>
                <a:ea typeface="+mj-lt"/>
                <a:cs typeface="+mj-lt"/>
              </a:defRPr>
            </a:lvl3pPr>
            <a:lvl4pPr marL="0" indent="0" algn="ctr">
              <a:lnSpc>
                <a:spcPct val="110000"/>
              </a:lnSpc>
              <a:spcBef>
                <a:spcPts val="0"/>
              </a:spcBef>
              <a:spcAft>
                <a:spcPts val="0"/>
              </a:spcAft>
              <a:buNone/>
              <a:defRPr sz="6000" b="1">
                <a:solidFill>
                  <a:schemeClr val="tx1"/>
                </a:solidFill>
                <a:latin typeface="+mj-lt"/>
                <a:ea typeface="+mj-lt"/>
                <a:cs typeface="+mj-lt"/>
              </a:defRPr>
            </a:lvl4pPr>
            <a:lvl5pPr marL="0" indent="0" algn="ctr">
              <a:lnSpc>
                <a:spcPct val="110000"/>
              </a:lnSpc>
              <a:spcBef>
                <a:spcPts val="0"/>
              </a:spcBef>
              <a:spcAft>
                <a:spcPts val="0"/>
              </a:spcAft>
              <a:buNone/>
              <a:defRPr sz="6000" b="1">
                <a:solidFill>
                  <a:schemeClr val="tx1"/>
                </a:solidFill>
                <a:latin typeface="+mj-lt"/>
                <a:ea typeface="+mj-lt"/>
                <a:cs typeface="+mj-lt"/>
              </a:defRPr>
            </a:lvl5pPr>
            <a:lvl6pPr marL="0" indent="0" algn="ctr">
              <a:lnSpc>
                <a:spcPct val="110000"/>
              </a:lnSpc>
              <a:spcBef>
                <a:spcPts val="0"/>
              </a:spcBef>
              <a:spcAft>
                <a:spcPts val="0"/>
              </a:spcAft>
              <a:buNone/>
              <a:defRPr sz="6000" b="1">
                <a:solidFill>
                  <a:schemeClr val="tx1"/>
                </a:solidFill>
                <a:latin typeface="+mj-lt"/>
                <a:ea typeface="+mj-lt"/>
                <a:cs typeface="+mj-lt"/>
              </a:defRPr>
            </a:lvl6pPr>
            <a:lvl7pPr marL="0" indent="0" algn="ctr">
              <a:lnSpc>
                <a:spcPct val="110000"/>
              </a:lnSpc>
              <a:spcBef>
                <a:spcPts val="0"/>
              </a:spcBef>
              <a:spcAft>
                <a:spcPts val="0"/>
              </a:spcAft>
              <a:buNone/>
              <a:defRPr sz="6000" b="1">
                <a:solidFill>
                  <a:schemeClr val="tx1"/>
                </a:solidFill>
                <a:latin typeface="+mj-lt"/>
                <a:ea typeface="+mj-lt"/>
                <a:cs typeface="+mj-lt"/>
              </a:defRPr>
            </a:lvl7pPr>
            <a:lvl8pPr marL="0" indent="0" algn="ctr">
              <a:lnSpc>
                <a:spcPct val="110000"/>
              </a:lnSpc>
              <a:spcBef>
                <a:spcPts val="0"/>
              </a:spcBef>
              <a:spcAft>
                <a:spcPts val="0"/>
              </a:spcAft>
              <a:buNone/>
              <a:defRPr sz="6000" b="1">
                <a:solidFill>
                  <a:schemeClr val="tx1"/>
                </a:solidFill>
                <a:latin typeface="+mj-lt"/>
                <a:ea typeface="+mj-lt"/>
                <a:cs typeface="+mj-lt"/>
              </a:defRPr>
            </a:lvl8pPr>
            <a:lvl9pPr marL="0" indent="0" algn="ctr">
              <a:lnSpc>
                <a:spcPct val="110000"/>
              </a:lnSpc>
              <a:spcBef>
                <a:spcPts val="0"/>
              </a:spcBef>
              <a:spcAft>
                <a:spcPts val="0"/>
              </a:spcAft>
              <a:buNone/>
              <a:defRPr sz="60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CE19E65-0A5F-4B0F-A247-4D3763002C94}"/>
              </a:ext>
            </a:extLst>
          </p:cNvPr>
          <p:cNvSpPr>
            <a:spLocks xmlns:a="http://schemas.openxmlformats.org/drawingml/2006/main" noGrp="1"/>
          </p:cNvSpPr>
          <p:nvPr>
            <p:ph type="subTitle" idx="1"/>
          </p:nvPr>
        </p:nvSpPr>
        <p:spPr>
          <a:xfrm xmlns:a="http://schemas.openxmlformats.org/drawingml/2006/main">
            <a:off x="2286000" y="4714875"/>
            <a:ext cx="10668000" cy="952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625" b="0">
                <a:solidFill>
                  <a:schemeClr val="tx1"/>
                </a:solidFill>
                <a:latin typeface="+mn-lt"/>
                <a:ea typeface="+mn-lt"/>
                <a:cs typeface="+mn-lt"/>
              </a:defRPr>
            </a:defPPr>
            <a:lvl1pPr marL="0" indent="0" algn="ctr">
              <a:lnSpc>
                <a:spcPct val="110000"/>
              </a:lnSpc>
              <a:spcBef>
                <a:spcPts val="0"/>
              </a:spcBef>
              <a:spcAft>
                <a:spcPts val="0"/>
              </a:spcAft>
              <a:buNone/>
              <a:defRPr sz="2625" b="0">
                <a:solidFill>
                  <a:schemeClr val="tx1"/>
                </a:solidFill>
                <a:latin typeface="+mn-lt"/>
                <a:ea typeface="+mn-lt"/>
                <a:cs typeface="+mn-lt"/>
              </a:defRPr>
            </a:lvl1pPr>
            <a:lvl2pPr marL="0" indent="0" algn="ctr">
              <a:lnSpc>
                <a:spcPct val="110000"/>
              </a:lnSpc>
              <a:spcBef>
                <a:spcPts val="0"/>
              </a:spcBef>
              <a:spcAft>
                <a:spcPts val="0"/>
              </a:spcAft>
              <a:buNone/>
              <a:defRPr sz="2625" b="0">
                <a:solidFill>
                  <a:schemeClr val="tx1"/>
                </a:solidFill>
                <a:latin typeface="+mn-lt"/>
                <a:ea typeface="+mn-lt"/>
                <a:cs typeface="+mn-lt"/>
              </a:defRPr>
            </a:lvl2pPr>
            <a:lvl3pPr marL="0" indent="0" algn="ctr">
              <a:lnSpc>
                <a:spcPct val="110000"/>
              </a:lnSpc>
              <a:spcBef>
                <a:spcPts val="0"/>
              </a:spcBef>
              <a:spcAft>
                <a:spcPts val="0"/>
              </a:spcAft>
              <a:buNone/>
              <a:defRPr sz="2625" b="0">
                <a:solidFill>
                  <a:schemeClr val="tx1"/>
                </a:solidFill>
                <a:latin typeface="+mn-lt"/>
                <a:ea typeface="+mn-lt"/>
                <a:cs typeface="+mn-lt"/>
              </a:defRPr>
            </a:lvl3pPr>
            <a:lvl4pPr marL="0" indent="0" algn="ctr">
              <a:lnSpc>
                <a:spcPct val="110000"/>
              </a:lnSpc>
              <a:spcBef>
                <a:spcPts val="0"/>
              </a:spcBef>
              <a:spcAft>
                <a:spcPts val="0"/>
              </a:spcAft>
              <a:buNone/>
              <a:defRPr sz="2625" b="0">
                <a:solidFill>
                  <a:schemeClr val="tx1"/>
                </a:solidFill>
                <a:latin typeface="+mn-lt"/>
                <a:ea typeface="+mn-lt"/>
                <a:cs typeface="+mn-lt"/>
              </a:defRPr>
            </a:lvl4pPr>
            <a:lvl5pPr marL="0" indent="0" algn="ctr">
              <a:lnSpc>
                <a:spcPct val="110000"/>
              </a:lnSpc>
              <a:spcBef>
                <a:spcPts val="0"/>
              </a:spcBef>
              <a:spcAft>
                <a:spcPts val="0"/>
              </a:spcAft>
              <a:buNone/>
              <a:defRPr sz="2625" b="0">
                <a:solidFill>
                  <a:schemeClr val="tx1"/>
                </a:solidFill>
                <a:latin typeface="+mn-lt"/>
                <a:ea typeface="+mn-lt"/>
                <a:cs typeface="+mn-lt"/>
              </a:defRPr>
            </a:lvl5pPr>
            <a:lvl6pPr marL="0" indent="0" algn="ctr">
              <a:lnSpc>
                <a:spcPct val="110000"/>
              </a:lnSpc>
              <a:spcBef>
                <a:spcPts val="0"/>
              </a:spcBef>
              <a:spcAft>
                <a:spcPts val="0"/>
              </a:spcAft>
              <a:buNone/>
              <a:defRPr sz="2625" b="0">
                <a:solidFill>
                  <a:schemeClr val="tx1"/>
                </a:solidFill>
                <a:latin typeface="+mn-lt"/>
                <a:ea typeface="+mn-lt"/>
                <a:cs typeface="+mn-lt"/>
              </a:defRPr>
            </a:lvl6pPr>
            <a:lvl7pPr marL="0" indent="0" algn="ctr">
              <a:lnSpc>
                <a:spcPct val="110000"/>
              </a:lnSpc>
              <a:spcBef>
                <a:spcPts val="0"/>
              </a:spcBef>
              <a:spcAft>
                <a:spcPts val="0"/>
              </a:spcAft>
              <a:buNone/>
              <a:defRPr sz="2625" b="0">
                <a:solidFill>
                  <a:schemeClr val="tx1"/>
                </a:solidFill>
                <a:latin typeface="+mn-lt"/>
                <a:ea typeface="+mn-lt"/>
                <a:cs typeface="+mn-lt"/>
              </a:defRPr>
            </a:lvl7pPr>
            <a:lvl8pPr marL="0" indent="0" algn="ctr">
              <a:lnSpc>
                <a:spcPct val="110000"/>
              </a:lnSpc>
              <a:spcBef>
                <a:spcPts val="0"/>
              </a:spcBef>
              <a:spcAft>
                <a:spcPts val="0"/>
              </a:spcAft>
              <a:buNone/>
              <a:defRPr sz="2625" b="0">
                <a:solidFill>
                  <a:schemeClr val="tx1"/>
                </a:solidFill>
                <a:latin typeface="+mn-lt"/>
                <a:ea typeface="+mn-lt"/>
                <a:cs typeface="+mn-lt"/>
              </a:defRPr>
            </a:lvl8pPr>
            <a:lvl9pPr marL="0" indent="0" algn="ctr">
              <a:lnSpc>
                <a:spcPct val="110000"/>
              </a:lnSpc>
              <a:spcBef>
                <a:spcPts val="0"/>
              </a:spcBef>
              <a:spcAft>
                <a:spcPts val="0"/>
              </a:spcAft>
              <a:buNone/>
              <a:defRPr sz="2625"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2792824-D00F-47B1-B087-07B027CB9EDD}"/>
              </a:ext>
            </a:extLst>
          </p:cNvPr>
          <p:cNvSpPr>
            <a:spLocks xmlns:a="http://schemas.openxmlformats.org/drawingml/2006/main" noGrp="1"/>
          </p:cNvSpPr>
          <p:nvPr>
            <p:ph type="title" idx="0"/>
          </p:nvPr>
        </p:nvSpPr>
        <p:spPr>
          <a:xfrm xmlns:a="http://schemas.openxmlformats.org/drawingml/2006/main">
            <a:off x="1524000" y="3571875"/>
            <a:ext cx="12192000" cy="1428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5250" b="1">
                <a:solidFill>
                  <a:schemeClr val="tx1"/>
                </a:solidFill>
                <a:latin typeface="+mj-lt"/>
                <a:ea typeface="+mj-lt"/>
                <a:cs typeface="+mj-lt"/>
              </a:defRPr>
            </a:defPPr>
            <a:lvl1pPr marL="0" indent="0" algn="ctr">
              <a:lnSpc>
                <a:spcPct val="110000"/>
              </a:lnSpc>
              <a:spcBef>
                <a:spcPts val="0"/>
              </a:spcBef>
              <a:spcAft>
                <a:spcPts val="0"/>
              </a:spcAft>
              <a:buNone/>
              <a:defRPr sz="5250" b="1">
                <a:solidFill>
                  <a:schemeClr val="tx1"/>
                </a:solidFill>
                <a:latin typeface="+mj-lt"/>
                <a:ea typeface="+mj-lt"/>
                <a:cs typeface="+mj-lt"/>
              </a:defRPr>
            </a:lvl1pPr>
            <a:lvl2pPr marL="0" indent="0" algn="ctr">
              <a:lnSpc>
                <a:spcPct val="110000"/>
              </a:lnSpc>
              <a:spcBef>
                <a:spcPts val="0"/>
              </a:spcBef>
              <a:spcAft>
                <a:spcPts val="0"/>
              </a:spcAft>
              <a:buNone/>
              <a:defRPr sz="5250" b="1">
                <a:solidFill>
                  <a:schemeClr val="tx1"/>
                </a:solidFill>
                <a:latin typeface="+mj-lt"/>
                <a:ea typeface="+mj-lt"/>
                <a:cs typeface="+mj-lt"/>
              </a:defRPr>
            </a:lvl2pPr>
            <a:lvl3pPr marL="0" indent="0" algn="ctr">
              <a:lnSpc>
                <a:spcPct val="110000"/>
              </a:lnSpc>
              <a:spcBef>
                <a:spcPts val="0"/>
              </a:spcBef>
              <a:spcAft>
                <a:spcPts val="0"/>
              </a:spcAft>
              <a:buNone/>
              <a:defRPr sz="5250" b="1">
                <a:solidFill>
                  <a:schemeClr val="tx1"/>
                </a:solidFill>
                <a:latin typeface="+mj-lt"/>
                <a:ea typeface="+mj-lt"/>
                <a:cs typeface="+mj-lt"/>
              </a:defRPr>
            </a:lvl3pPr>
            <a:lvl4pPr marL="0" indent="0" algn="ctr">
              <a:lnSpc>
                <a:spcPct val="110000"/>
              </a:lnSpc>
              <a:spcBef>
                <a:spcPts val="0"/>
              </a:spcBef>
              <a:spcAft>
                <a:spcPts val="0"/>
              </a:spcAft>
              <a:buNone/>
              <a:defRPr sz="5250" b="1">
                <a:solidFill>
                  <a:schemeClr val="tx1"/>
                </a:solidFill>
                <a:latin typeface="+mj-lt"/>
                <a:ea typeface="+mj-lt"/>
                <a:cs typeface="+mj-lt"/>
              </a:defRPr>
            </a:lvl4pPr>
            <a:lvl5pPr marL="0" indent="0" algn="ctr">
              <a:lnSpc>
                <a:spcPct val="110000"/>
              </a:lnSpc>
              <a:spcBef>
                <a:spcPts val="0"/>
              </a:spcBef>
              <a:spcAft>
                <a:spcPts val="0"/>
              </a:spcAft>
              <a:buNone/>
              <a:defRPr sz="5250" b="1">
                <a:solidFill>
                  <a:schemeClr val="tx1"/>
                </a:solidFill>
                <a:latin typeface="+mj-lt"/>
                <a:ea typeface="+mj-lt"/>
                <a:cs typeface="+mj-lt"/>
              </a:defRPr>
            </a:lvl5pPr>
            <a:lvl6pPr marL="0" indent="0" algn="ctr">
              <a:lnSpc>
                <a:spcPct val="110000"/>
              </a:lnSpc>
              <a:spcBef>
                <a:spcPts val="0"/>
              </a:spcBef>
              <a:spcAft>
                <a:spcPts val="0"/>
              </a:spcAft>
              <a:buNone/>
              <a:defRPr sz="5250" b="1">
                <a:solidFill>
                  <a:schemeClr val="tx1"/>
                </a:solidFill>
                <a:latin typeface="+mj-lt"/>
                <a:ea typeface="+mj-lt"/>
                <a:cs typeface="+mj-lt"/>
              </a:defRPr>
            </a:lvl6pPr>
            <a:lvl7pPr marL="0" indent="0" algn="ctr">
              <a:lnSpc>
                <a:spcPct val="110000"/>
              </a:lnSpc>
              <a:spcBef>
                <a:spcPts val="0"/>
              </a:spcBef>
              <a:spcAft>
                <a:spcPts val="0"/>
              </a:spcAft>
              <a:buNone/>
              <a:defRPr sz="5250" b="1">
                <a:solidFill>
                  <a:schemeClr val="tx1"/>
                </a:solidFill>
                <a:latin typeface="+mj-lt"/>
                <a:ea typeface="+mj-lt"/>
                <a:cs typeface="+mj-lt"/>
              </a:defRPr>
            </a:lvl7pPr>
            <a:lvl8pPr marL="0" indent="0" algn="ctr">
              <a:lnSpc>
                <a:spcPct val="110000"/>
              </a:lnSpc>
              <a:spcBef>
                <a:spcPts val="0"/>
              </a:spcBef>
              <a:spcAft>
                <a:spcPts val="0"/>
              </a:spcAft>
              <a:buNone/>
              <a:defRPr sz="5250" b="1">
                <a:solidFill>
                  <a:schemeClr val="tx1"/>
                </a:solidFill>
                <a:latin typeface="+mj-lt"/>
                <a:ea typeface="+mj-lt"/>
                <a:cs typeface="+mj-lt"/>
              </a:defRPr>
            </a:lvl8pPr>
            <a:lvl9pPr marL="0" indent="0" algn="ctr">
              <a:lnSpc>
                <a:spcPct val="110000"/>
              </a:lnSpc>
              <a:spcBef>
                <a:spcPts val="0"/>
              </a:spcBef>
              <a:spcAft>
                <a:spcPts val="0"/>
              </a:spcAft>
              <a:buNone/>
              <a:defRPr sz="525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6FB5E72-DB91-47A9-9E77-E1A3E215EDBD}"/>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0B2E99C-FC1E-4544-9912-68D08420E61F}"/>
              </a:ext>
            </a:extLst>
          </p:cNvPr>
          <p:cNvSpPr>
            <a:spLocks xmlns:a="http://schemas.openxmlformats.org/drawingml/2006/main" noGrp="1"/>
          </p:cNvSpPr>
          <p:nvPr>
            <p:ph type="body" idx="1"/>
          </p:nvPr>
        </p:nvSpPr>
        <p:spPr>
          <a:xfrm xmlns:a="http://schemas.openxmlformats.org/drawingml/2006/main">
            <a:off x="857250" y="2381250"/>
            <a:ext cx="13525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gn="l">
              <a:lnSpc>
                <a:spcPct val="110000"/>
              </a:lnSpc>
              <a:spcBef>
                <a:spcPts val="0"/>
              </a:spcBef>
              <a:spcAft>
                <a:spcPts val="1500"/>
              </a:spcAft>
              <a:buChar char="•"/>
              <a:defRPr sz="2813" b="0">
                <a:solidFill>
                  <a:schemeClr val="tx1"/>
                </a:solidFill>
                <a:latin typeface="+mn-lt"/>
                <a:ea typeface="+mn-lt"/>
                <a:cs typeface="+mn-lt"/>
              </a:defRPr>
            </a:lvl1pPr>
            <a:lvl2pPr marL="666750" indent="-285750" algn="l">
              <a:lnSpc>
                <a:spcPct val="110000"/>
              </a:lnSpc>
              <a:spcBef>
                <a:spcPts val="0"/>
              </a:spcBef>
              <a:spcAft>
                <a:spcPts val="1500"/>
              </a:spcAft>
              <a:buChar char="•"/>
              <a:defRPr sz="2813" b="0">
                <a:solidFill>
                  <a:schemeClr val="tx1"/>
                </a:solidFill>
                <a:latin typeface="+mn-lt"/>
                <a:ea typeface="+mn-lt"/>
                <a:cs typeface="+mn-lt"/>
              </a:defRPr>
            </a:lvl2pPr>
            <a:lvl3pPr marL="1047750" indent="-285750" algn="l">
              <a:lnSpc>
                <a:spcPct val="110000"/>
              </a:lnSpc>
              <a:spcBef>
                <a:spcPts val="0"/>
              </a:spcBef>
              <a:spcAft>
                <a:spcPts val="1500"/>
              </a:spcAft>
              <a:buChar char="•"/>
              <a:defRPr sz="2813" b="0">
                <a:solidFill>
                  <a:schemeClr val="tx1"/>
                </a:solidFill>
                <a:latin typeface="+mn-lt"/>
                <a:ea typeface="+mn-lt"/>
                <a:cs typeface="+mn-lt"/>
              </a:defRPr>
            </a:lvl3pPr>
            <a:lvl4pPr marL="1428750" indent="-285750" algn="l">
              <a:lnSpc>
                <a:spcPct val="110000"/>
              </a:lnSpc>
              <a:spcBef>
                <a:spcPts val="0"/>
              </a:spcBef>
              <a:spcAft>
                <a:spcPts val="1500"/>
              </a:spcAft>
              <a:buChar char="•"/>
              <a:defRPr sz="2813" b="0">
                <a:solidFill>
                  <a:schemeClr val="tx1"/>
                </a:solidFill>
                <a:latin typeface="+mn-lt"/>
                <a:ea typeface="+mn-lt"/>
                <a:cs typeface="+mn-lt"/>
              </a:defRPr>
            </a:lvl4pPr>
            <a:lvl5pPr marL="1809750" indent="-285750" algn="l">
              <a:lnSpc>
                <a:spcPct val="110000"/>
              </a:lnSpc>
              <a:spcBef>
                <a:spcPts val="0"/>
              </a:spcBef>
              <a:spcAft>
                <a:spcPts val="1500"/>
              </a:spcAft>
              <a:buChar char="•"/>
              <a:defRPr sz="2813" b="0">
                <a:solidFill>
                  <a:schemeClr val="tx1"/>
                </a:solidFill>
                <a:latin typeface="+mn-lt"/>
                <a:ea typeface="+mn-lt"/>
                <a:cs typeface="+mn-lt"/>
              </a:defRPr>
            </a:lvl5pPr>
            <a:lvl6pPr marL="2190750" indent="-285750" algn="l">
              <a:lnSpc>
                <a:spcPct val="110000"/>
              </a:lnSpc>
              <a:spcBef>
                <a:spcPts val="0"/>
              </a:spcBef>
              <a:spcAft>
                <a:spcPts val="1500"/>
              </a:spcAft>
              <a:buChar char="•"/>
              <a:defRPr sz="2813" b="0">
                <a:solidFill>
                  <a:schemeClr val="tx1"/>
                </a:solidFill>
                <a:latin typeface="+mn-lt"/>
                <a:ea typeface="+mn-lt"/>
                <a:cs typeface="+mn-lt"/>
              </a:defRPr>
            </a:lvl6pPr>
            <a:lvl7pPr marL="2571750" indent="-285750" algn="l">
              <a:lnSpc>
                <a:spcPct val="110000"/>
              </a:lnSpc>
              <a:spcBef>
                <a:spcPts val="0"/>
              </a:spcBef>
              <a:spcAft>
                <a:spcPts val="1500"/>
              </a:spcAft>
              <a:buChar char="•"/>
              <a:defRPr sz="2813" b="0">
                <a:solidFill>
                  <a:schemeClr val="tx1"/>
                </a:solidFill>
                <a:latin typeface="+mn-lt"/>
                <a:ea typeface="+mn-lt"/>
                <a:cs typeface="+mn-lt"/>
              </a:defRPr>
            </a:lvl7pPr>
            <a:lvl8pPr marL="2952750" indent="-285750" algn="l">
              <a:lnSpc>
                <a:spcPct val="110000"/>
              </a:lnSpc>
              <a:spcBef>
                <a:spcPts val="0"/>
              </a:spcBef>
              <a:spcAft>
                <a:spcPts val="1500"/>
              </a:spcAft>
              <a:buChar char="•"/>
              <a:defRPr sz="2813" b="0">
                <a:solidFill>
                  <a:schemeClr val="tx1"/>
                </a:solidFill>
                <a:latin typeface="+mn-lt"/>
                <a:ea typeface="+mn-lt"/>
                <a:cs typeface="+mn-lt"/>
              </a:defRPr>
            </a:lvl8pPr>
            <a:lvl9pPr marL="3333750" indent="-285750" algn="l">
              <a:lnSpc>
                <a:spcPct val="110000"/>
              </a:lnSpc>
              <a:spcBef>
                <a:spcPts val="0"/>
              </a:spcBef>
              <a:spcAft>
                <a:spcPts val="1500"/>
              </a:spcAft>
              <a:buChar char="•"/>
              <a:defRPr sz="2813"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DF6FE62-A339-4988-B3CE-84361A777945}"/>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BBA113A-7FD8-4750-935D-29A27689357B}"/>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gn="l">
              <a:lnSpc>
                <a:spcPct val="110000"/>
              </a:lnSpc>
              <a:spcBef>
                <a:spcPts val="0"/>
              </a:spcBef>
              <a:spcAft>
                <a:spcPts val="1500"/>
              </a:spcAft>
              <a:buChar char="•"/>
              <a:defRPr sz="2625" b="0">
                <a:solidFill>
                  <a:schemeClr val="tx1"/>
                </a:solidFill>
                <a:latin typeface="+mn-lt"/>
                <a:ea typeface="+mn-lt"/>
                <a:cs typeface="+mn-lt"/>
              </a:defRPr>
            </a:lvl1pPr>
            <a:lvl2pPr marL="666750" indent="-285750" algn="l">
              <a:lnSpc>
                <a:spcPct val="110000"/>
              </a:lnSpc>
              <a:spcBef>
                <a:spcPts val="0"/>
              </a:spcBef>
              <a:spcAft>
                <a:spcPts val="1500"/>
              </a:spcAft>
              <a:buChar char="•"/>
              <a:defRPr sz="2625" b="0">
                <a:solidFill>
                  <a:schemeClr val="tx1"/>
                </a:solidFill>
                <a:latin typeface="+mn-lt"/>
                <a:ea typeface="+mn-lt"/>
                <a:cs typeface="+mn-lt"/>
              </a:defRPr>
            </a:lvl2pPr>
            <a:lvl3pPr marL="1047750" indent="-285750" algn="l">
              <a:lnSpc>
                <a:spcPct val="110000"/>
              </a:lnSpc>
              <a:spcBef>
                <a:spcPts val="0"/>
              </a:spcBef>
              <a:spcAft>
                <a:spcPts val="1500"/>
              </a:spcAft>
              <a:buChar char="•"/>
              <a:defRPr sz="2625" b="0">
                <a:solidFill>
                  <a:schemeClr val="tx1"/>
                </a:solidFill>
                <a:latin typeface="+mn-lt"/>
                <a:ea typeface="+mn-lt"/>
                <a:cs typeface="+mn-lt"/>
              </a:defRPr>
            </a:lvl3pPr>
            <a:lvl4pPr marL="1428750" indent="-285750" algn="l">
              <a:lnSpc>
                <a:spcPct val="110000"/>
              </a:lnSpc>
              <a:spcBef>
                <a:spcPts val="0"/>
              </a:spcBef>
              <a:spcAft>
                <a:spcPts val="1500"/>
              </a:spcAft>
              <a:buChar char="•"/>
              <a:defRPr sz="2625" b="0">
                <a:solidFill>
                  <a:schemeClr val="tx1"/>
                </a:solidFill>
                <a:latin typeface="+mn-lt"/>
                <a:ea typeface="+mn-lt"/>
                <a:cs typeface="+mn-lt"/>
              </a:defRPr>
            </a:lvl4pPr>
            <a:lvl5pPr marL="1809750" indent="-285750" algn="l">
              <a:lnSpc>
                <a:spcPct val="110000"/>
              </a:lnSpc>
              <a:spcBef>
                <a:spcPts val="0"/>
              </a:spcBef>
              <a:spcAft>
                <a:spcPts val="1500"/>
              </a:spcAft>
              <a:buChar char="•"/>
              <a:defRPr sz="2625" b="0">
                <a:solidFill>
                  <a:schemeClr val="tx1"/>
                </a:solidFill>
                <a:latin typeface="+mn-lt"/>
                <a:ea typeface="+mn-lt"/>
                <a:cs typeface="+mn-lt"/>
              </a:defRPr>
            </a:lvl5pPr>
            <a:lvl6pPr marL="2190750" indent="-285750" algn="l">
              <a:lnSpc>
                <a:spcPct val="110000"/>
              </a:lnSpc>
              <a:spcBef>
                <a:spcPts val="0"/>
              </a:spcBef>
              <a:spcAft>
                <a:spcPts val="1500"/>
              </a:spcAft>
              <a:buChar char="•"/>
              <a:defRPr sz="2625" b="0">
                <a:solidFill>
                  <a:schemeClr val="tx1"/>
                </a:solidFill>
                <a:latin typeface="+mn-lt"/>
                <a:ea typeface="+mn-lt"/>
                <a:cs typeface="+mn-lt"/>
              </a:defRPr>
            </a:lvl6pPr>
            <a:lvl7pPr marL="2571750" indent="-285750" algn="l">
              <a:lnSpc>
                <a:spcPct val="110000"/>
              </a:lnSpc>
              <a:spcBef>
                <a:spcPts val="0"/>
              </a:spcBef>
              <a:spcAft>
                <a:spcPts val="1500"/>
              </a:spcAft>
              <a:buChar char="•"/>
              <a:defRPr sz="2625" b="0">
                <a:solidFill>
                  <a:schemeClr val="tx1"/>
                </a:solidFill>
                <a:latin typeface="+mn-lt"/>
                <a:ea typeface="+mn-lt"/>
                <a:cs typeface="+mn-lt"/>
              </a:defRPr>
            </a:lvl7pPr>
            <a:lvl8pPr marL="2952750" indent="-285750" algn="l">
              <a:lnSpc>
                <a:spcPct val="110000"/>
              </a:lnSpc>
              <a:spcBef>
                <a:spcPts val="0"/>
              </a:spcBef>
              <a:spcAft>
                <a:spcPts val="1500"/>
              </a:spcAft>
              <a:buChar char="•"/>
              <a:defRPr sz="2625" b="0">
                <a:solidFill>
                  <a:schemeClr val="tx1"/>
                </a:solidFill>
                <a:latin typeface="+mn-lt"/>
                <a:ea typeface="+mn-lt"/>
                <a:cs typeface="+mn-lt"/>
              </a:defRPr>
            </a:lvl8pPr>
            <a:lvl9pPr marL="3333750" indent="-285750" algn="l">
              <a:lnSpc>
                <a:spcPct val="110000"/>
              </a:lnSpc>
              <a:spcBef>
                <a:spcPts val="0"/>
              </a:spcBef>
              <a:spcAft>
                <a:spcPts val="1500"/>
              </a:spcAft>
              <a:buChar char="•"/>
              <a:defRPr sz="2625"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503AFFE-35A2-4914-AB44-0803086E0C7C}"/>
              </a:ext>
            </a:extLst>
          </p:cNvPr>
          <p:cNvSpPr>
            <a:spLocks xmlns:a="http://schemas.openxmlformats.org/drawingml/2006/main" noGrp="1"/>
          </p:cNvSpPr>
          <p:nvPr>
            <p:ph type="body" idx="2"/>
          </p:nvPr>
        </p:nvSpPr>
        <p:spPr>
          <a:xfrm xmlns:a="http://schemas.openxmlformats.org/drawingml/2006/main">
            <a:off x="8096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gn="l">
              <a:lnSpc>
                <a:spcPct val="110000"/>
              </a:lnSpc>
              <a:spcBef>
                <a:spcPts val="0"/>
              </a:spcBef>
              <a:spcAft>
                <a:spcPts val="1500"/>
              </a:spcAft>
              <a:buChar char="•"/>
              <a:defRPr sz="2625" b="0">
                <a:solidFill>
                  <a:schemeClr val="tx1"/>
                </a:solidFill>
                <a:latin typeface="+mn-lt"/>
                <a:ea typeface="+mn-lt"/>
                <a:cs typeface="+mn-lt"/>
              </a:defRPr>
            </a:lvl1pPr>
            <a:lvl2pPr marL="666750" indent="-285750" algn="l">
              <a:lnSpc>
                <a:spcPct val="110000"/>
              </a:lnSpc>
              <a:spcBef>
                <a:spcPts val="0"/>
              </a:spcBef>
              <a:spcAft>
                <a:spcPts val="1500"/>
              </a:spcAft>
              <a:buChar char="•"/>
              <a:defRPr sz="2625" b="0">
                <a:solidFill>
                  <a:schemeClr val="tx1"/>
                </a:solidFill>
                <a:latin typeface="+mn-lt"/>
                <a:ea typeface="+mn-lt"/>
                <a:cs typeface="+mn-lt"/>
              </a:defRPr>
            </a:lvl2pPr>
            <a:lvl3pPr marL="1047750" indent="-285750" algn="l">
              <a:lnSpc>
                <a:spcPct val="110000"/>
              </a:lnSpc>
              <a:spcBef>
                <a:spcPts val="0"/>
              </a:spcBef>
              <a:spcAft>
                <a:spcPts val="1500"/>
              </a:spcAft>
              <a:buChar char="•"/>
              <a:defRPr sz="2625" b="0">
                <a:solidFill>
                  <a:schemeClr val="tx1"/>
                </a:solidFill>
                <a:latin typeface="+mn-lt"/>
                <a:ea typeface="+mn-lt"/>
                <a:cs typeface="+mn-lt"/>
              </a:defRPr>
            </a:lvl3pPr>
            <a:lvl4pPr marL="1428750" indent="-285750" algn="l">
              <a:lnSpc>
                <a:spcPct val="110000"/>
              </a:lnSpc>
              <a:spcBef>
                <a:spcPts val="0"/>
              </a:spcBef>
              <a:spcAft>
                <a:spcPts val="1500"/>
              </a:spcAft>
              <a:buChar char="•"/>
              <a:defRPr sz="2625" b="0">
                <a:solidFill>
                  <a:schemeClr val="tx1"/>
                </a:solidFill>
                <a:latin typeface="+mn-lt"/>
                <a:ea typeface="+mn-lt"/>
                <a:cs typeface="+mn-lt"/>
              </a:defRPr>
            </a:lvl4pPr>
            <a:lvl5pPr marL="1809750" indent="-285750" algn="l">
              <a:lnSpc>
                <a:spcPct val="110000"/>
              </a:lnSpc>
              <a:spcBef>
                <a:spcPts val="0"/>
              </a:spcBef>
              <a:spcAft>
                <a:spcPts val="1500"/>
              </a:spcAft>
              <a:buChar char="•"/>
              <a:defRPr sz="2625" b="0">
                <a:solidFill>
                  <a:schemeClr val="tx1"/>
                </a:solidFill>
                <a:latin typeface="+mn-lt"/>
                <a:ea typeface="+mn-lt"/>
                <a:cs typeface="+mn-lt"/>
              </a:defRPr>
            </a:lvl5pPr>
            <a:lvl6pPr marL="2190750" indent="-285750" algn="l">
              <a:lnSpc>
                <a:spcPct val="110000"/>
              </a:lnSpc>
              <a:spcBef>
                <a:spcPts val="0"/>
              </a:spcBef>
              <a:spcAft>
                <a:spcPts val="1500"/>
              </a:spcAft>
              <a:buChar char="•"/>
              <a:defRPr sz="2625" b="0">
                <a:solidFill>
                  <a:schemeClr val="tx1"/>
                </a:solidFill>
                <a:latin typeface="+mn-lt"/>
                <a:ea typeface="+mn-lt"/>
                <a:cs typeface="+mn-lt"/>
              </a:defRPr>
            </a:lvl6pPr>
            <a:lvl7pPr marL="2571750" indent="-285750" algn="l">
              <a:lnSpc>
                <a:spcPct val="110000"/>
              </a:lnSpc>
              <a:spcBef>
                <a:spcPts val="0"/>
              </a:spcBef>
              <a:spcAft>
                <a:spcPts val="1500"/>
              </a:spcAft>
              <a:buChar char="•"/>
              <a:defRPr sz="2625" b="0">
                <a:solidFill>
                  <a:schemeClr val="tx1"/>
                </a:solidFill>
                <a:latin typeface="+mn-lt"/>
                <a:ea typeface="+mn-lt"/>
                <a:cs typeface="+mn-lt"/>
              </a:defRPr>
            </a:lvl7pPr>
            <a:lvl8pPr marL="2952750" indent="-285750" algn="l">
              <a:lnSpc>
                <a:spcPct val="110000"/>
              </a:lnSpc>
              <a:spcBef>
                <a:spcPts val="0"/>
              </a:spcBef>
              <a:spcAft>
                <a:spcPts val="1500"/>
              </a:spcAft>
              <a:buChar char="•"/>
              <a:defRPr sz="2625" b="0">
                <a:solidFill>
                  <a:schemeClr val="tx1"/>
                </a:solidFill>
                <a:latin typeface="+mn-lt"/>
                <a:ea typeface="+mn-lt"/>
                <a:cs typeface="+mn-lt"/>
              </a:defRPr>
            </a:lvl8pPr>
            <a:lvl9pPr marL="3333750" indent="-285750" algn="l">
              <a:lnSpc>
                <a:spcPct val="110000"/>
              </a:lnSpc>
              <a:spcBef>
                <a:spcPts val="0"/>
              </a:spcBef>
              <a:spcAft>
                <a:spcPts val="1500"/>
              </a:spcAft>
              <a:buChar char="•"/>
              <a:defRPr sz="2625"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A3CBA84-61FB-4857-A835-34BCCAF9A263}"/>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7FDD1B9-7362-463B-87C5-136941B868DF}"/>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gn="l">
              <a:lnSpc>
                <a:spcPct val="110000"/>
              </a:lnSpc>
              <a:spcBef>
                <a:spcPts val="0"/>
              </a:spcBef>
              <a:spcAft>
                <a:spcPts val="1500"/>
              </a:spcAft>
              <a:buChar char="•"/>
              <a:defRPr sz="2813" b="0">
                <a:solidFill>
                  <a:schemeClr val="tx1"/>
                </a:solidFill>
                <a:latin typeface="+mn-lt"/>
                <a:ea typeface="+mn-lt"/>
                <a:cs typeface="+mn-lt"/>
              </a:defRPr>
            </a:lvl1pPr>
            <a:lvl2pPr marL="666750" indent="-285750" algn="l">
              <a:lnSpc>
                <a:spcPct val="110000"/>
              </a:lnSpc>
              <a:spcBef>
                <a:spcPts val="0"/>
              </a:spcBef>
              <a:spcAft>
                <a:spcPts val="1500"/>
              </a:spcAft>
              <a:buChar char="•"/>
              <a:defRPr sz="2813" b="0">
                <a:solidFill>
                  <a:schemeClr val="tx1"/>
                </a:solidFill>
                <a:latin typeface="+mn-lt"/>
                <a:ea typeface="+mn-lt"/>
                <a:cs typeface="+mn-lt"/>
              </a:defRPr>
            </a:lvl2pPr>
            <a:lvl3pPr marL="1047750" indent="-285750" algn="l">
              <a:lnSpc>
                <a:spcPct val="110000"/>
              </a:lnSpc>
              <a:spcBef>
                <a:spcPts val="0"/>
              </a:spcBef>
              <a:spcAft>
                <a:spcPts val="1500"/>
              </a:spcAft>
              <a:buChar char="•"/>
              <a:defRPr sz="2813" b="0">
                <a:solidFill>
                  <a:schemeClr val="tx1"/>
                </a:solidFill>
                <a:latin typeface="+mn-lt"/>
                <a:ea typeface="+mn-lt"/>
                <a:cs typeface="+mn-lt"/>
              </a:defRPr>
            </a:lvl3pPr>
            <a:lvl4pPr marL="1428750" indent="-285750" algn="l">
              <a:lnSpc>
                <a:spcPct val="110000"/>
              </a:lnSpc>
              <a:spcBef>
                <a:spcPts val="0"/>
              </a:spcBef>
              <a:spcAft>
                <a:spcPts val="1500"/>
              </a:spcAft>
              <a:buChar char="•"/>
              <a:defRPr sz="2813" b="0">
                <a:solidFill>
                  <a:schemeClr val="tx1"/>
                </a:solidFill>
                <a:latin typeface="+mn-lt"/>
                <a:ea typeface="+mn-lt"/>
                <a:cs typeface="+mn-lt"/>
              </a:defRPr>
            </a:lvl4pPr>
            <a:lvl5pPr marL="1809750" indent="-285750" algn="l">
              <a:lnSpc>
                <a:spcPct val="110000"/>
              </a:lnSpc>
              <a:spcBef>
                <a:spcPts val="0"/>
              </a:spcBef>
              <a:spcAft>
                <a:spcPts val="1500"/>
              </a:spcAft>
              <a:buChar char="•"/>
              <a:defRPr sz="2813" b="0">
                <a:solidFill>
                  <a:schemeClr val="tx1"/>
                </a:solidFill>
                <a:latin typeface="+mn-lt"/>
                <a:ea typeface="+mn-lt"/>
                <a:cs typeface="+mn-lt"/>
              </a:defRPr>
            </a:lvl5pPr>
            <a:lvl6pPr marL="2190750" indent="-285750" algn="l">
              <a:lnSpc>
                <a:spcPct val="110000"/>
              </a:lnSpc>
              <a:spcBef>
                <a:spcPts val="0"/>
              </a:spcBef>
              <a:spcAft>
                <a:spcPts val="1500"/>
              </a:spcAft>
              <a:buChar char="•"/>
              <a:defRPr sz="2813" b="0">
                <a:solidFill>
                  <a:schemeClr val="tx1"/>
                </a:solidFill>
                <a:latin typeface="+mn-lt"/>
                <a:ea typeface="+mn-lt"/>
                <a:cs typeface="+mn-lt"/>
              </a:defRPr>
            </a:lvl6pPr>
            <a:lvl7pPr marL="2571750" indent="-285750" algn="l">
              <a:lnSpc>
                <a:spcPct val="110000"/>
              </a:lnSpc>
              <a:spcBef>
                <a:spcPts val="0"/>
              </a:spcBef>
              <a:spcAft>
                <a:spcPts val="1500"/>
              </a:spcAft>
              <a:buChar char="•"/>
              <a:defRPr sz="2813" b="0">
                <a:solidFill>
                  <a:schemeClr val="tx1"/>
                </a:solidFill>
                <a:latin typeface="+mn-lt"/>
                <a:ea typeface="+mn-lt"/>
                <a:cs typeface="+mn-lt"/>
              </a:defRPr>
            </a:lvl7pPr>
            <a:lvl8pPr marL="2952750" indent="-285750" algn="l">
              <a:lnSpc>
                <a:spcPct val="110000"/>
              </a:lnSpc>
              <a:spcBef>
                <a:spcPts val="0"/>
              </a:spcBef>
              <a:spcAft>
                <a:spcPts val="1500"/>
              </a:spcAft>
              <a:buChar char="•"/>
              <a:defRPr sz="2813" b="0">
                <a:solidFill>
                  <a:schemeClr val="tx1"/>
                </a:solidFill>
                <a:latin typeface="+mn-lt"/>
                <a:ea typeface="+mn-lt"/>
                <a:cs typeface="+mn-lt"/>
              </a:defRPr>
            </a:lvl8pPr>
            <a:lvl9pPr marL="3333750" indent="-285750" algn="l">
              <a:lnSpc>
                <a:spcPct val="110000"/>
              </a:lnSpc>
              <a:spcBef>
                <a:spcPts val="0"/>
              </a:spcBef>
              <a:spcAft>
                <a:spcPts val="1500"/>
              </a:spcAft>
              <a:buChar char="•"/>
              <a:defRPr sz="2813"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6cc598564754441" /><Relationship Type="http://schemas.openxmlformats.org/officeDocument/2006/relationships/slideLayout" Target="/ppt/slideLayouts/slideLayout1.xml" Id="R1df3d7d91e6a42c2" /><Relationship Type="http://schemas.openxmlformats.org/officeDocument/2006/relationships/slideLayout" Target="/ppt/slideLayouts/slideLayout2.xml" Id="R528bf7920f5441cc" /><Relationship Type="http://schemas.openxmlformats.org/officeDocument/2006/relationships/slideLayout" Target="/ppt/slideLayouts/slideLayout3.xml" Id="R684abe947ef64201" /><Relationship Type="http://schemas.openxmlformats.org/officeDocument/2006/relationships/slideLayout" Target="/ppt/slideLayouts/slideLayout4.xml" Id="Rfa12da4d49bc4058" /><Relationship Type="http://schemas.openxmlformats.org/officeDocument/2006/relationships/slideLayout" Target="/ppt/slideLayouts/slideLayout5.xml" Id="R54a4cd20a0b0424a" /><Relationship Type="http://schemas.openxmlformats.org/officeDocument/2006/relationships/slideLayout" Target="/ppt/slideLayouts/slideLayout6.xml" Id="Rbe1f2bc7b1534c6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df3d7d91e6a42c2"/>
    <p:sldLayoutId xmlns:r="http://schemas.openxmlformats.org/officeDocument/2006/relationships" id="2147483650" r:id="R528bf7920f5441cc"/>
    <p:sldLayoutId xmlns:r="http://schemas.openxmlformats.org/officeDocument/2006/relationships" id="2147483651" r:id="R684abe947ef64201"/>
    <p:sldLayoutId xmlns:r="http://schemas.openxmlformats.org/officeDocument/2006/relationships" id="2147483652" r:id="Rfa12da4d49bc4058"/>
    <p:sldLayoutId xmlns:r="http://schemas.openxmlformats.org/officeDocument/2006/relationships" id="2147483653" r:id="R54a4cd20a0b0424a"/>
    <p:sldLayoutId xmlns:r="http://schemas.openxmlformats.org/officeDocument/2006/relationships" id="2147483654" r:id="Rbe1f2bc7b1534c6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7e5c562ec254b69" /><Relationship Type="http://schemas.openxmlformats.org/officeDocument/2006/relationships/image" Target="/ppt/media/image.jpeg" Id="R92ddd48750dc440e" /><Relationship Type="http://schemas.openxmlformats.org/officeDocument/2006/relationships/image" Target="/ppt/media/image2.jpeg" Id="R6bf5259e734b4bff" /><Relationship Type="http://schemas.openxmlformats.org/officeDocument/2006/relationships/image" Target="/ppt/media/image3.jpeg" Id="R443e5da924364855" /><Relationship Type="http://schemas.openxmlformats.org/officeDocument/2006/relationships/notesSlide" Target="/ppt/notesSlides/notesSlide1.xml" Id="R852e65ba043746d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7d41e3ec19d4319" /><Relationship Type="http://schemas.openxmlformats.org/officeDocument/2006/relationships/image" Target="/ppt/media/image4.jpeg" Id="R9328d332c6154ee8" /><Relationship Type="http://schemas.openxmlformats.org/officeDocument/2006/relationships/image" Target="/ppt/media/image5.jpeg" Id="R9a71210c723346cd" /><Relationship Type="http://schemas.openxmlformats.org/officeDocument/2006/relationships/image" Target="/ppt/media/image6.jpeg" Id="R3476e3d1bdc946ed" /><Relationship Type="http://schemas.openxmlformats.org/officeDocument/2006/relationships/notesSlide" Target="/ppt/notesSlides/notesSlide2.xml" Id="R913d17c561724060" /></Relationships>
</file>

<file path=ppt/slides/slide1.xml><?xml version="1.0" encoding="utf-8"?>
<p:sld xmlns:p="http://schemas.openxmlformats.org/presentationml/2006/main">
  <p:cSld>
    <p:bg>
      <p:bgPr>
        <a:solidFill xmlns:a="http://schemas.openxmlformats.org/drawingml/2006/main">
          <a:srgbClr val="F5F5EE"/>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F8274D81-20A4-499E-A49E-559A88E05518}"/>
              </a:ext>
            </a:extLst>
          </p:cNvPr>
          <p:cNvSpPr>
            <a:spLocks xmlns:a="http://schemas.openxmlformats.org/drawingml/2006/main" noGrp="1"/>
          </p:cNvSpPr>
          <p:nvPr/>
        </p:nvSpPr>
        <p:spPr>
          <a:xfrm xmlns:a="http://schemas.openxmlformats.org/drawingml/2006/main">
            <a:off x="533400" y="342900"/>
            <a:ext cx="1409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900" b="1">
                <a:solidFill>
                  <a:srgbClr val="214F3C"/>
                </a:solidFill>
                <a:latin typeface="Arial"/>
                <a:ea typeface="Arial"/>
                <a:cs typeface="Arial"/>
              </a:defRPr>
            </a:defPPr>
            <a:lvl1pPr>
              <a:defRPr sz="3900" b="1">
                <a:solidFill>
                  <a:srgbClr val="214F3C"/>
                </a:solidFill>
                <a:latin typeface="Arial"/>
                <a:ea typeface="Arial"/>
                <a:cs typeface="Arial"/>
              </a:defRPr>
            </a:lvl1pPr>
            <a:lvl2pPr>
              <a:defRPr sz="3900" b="1">
                <a:solidFill>
                  <a:srgbClr val="214F3C"/>
                </a:solidFill>
                <a:latin typeface="Arial"/>
                <a:ea typeface="Arial"/>
                <a:cs typeface="Arial"/>
              </a:defRPr>
            </a:lvl2pPr>
            <a:lvl3pPr>
              <a:defRPr sz="3900" b="1">
                <a:solidFill>
                  <a:srgbClr val="214F3C"/>
                </a:solidFill>
                <a:latin typeface="Arial"/>
                <a:ea typeface="Arial"/>
                <a:cs typeface="Arial"/>
              </a:defRPr>
            </a:lvl3pPr>
            <a:lvl4pPr>
              <a:defRPr sz="3900" b="1">
                <a:solidFill>
                  <a:srgbClr val="214F3C"/>
                </a:solidFill>
                <a:latin typeface="Arial"/>
                <a:ea typeface="Arial"/>
                <a:cs typeface="Arial"/>
              </a:defRPr>
            </a:lvl4pPr>
            <a:lvl5pPr>
              <a:defRPr sz="3900" b="1">
                <a:solidFill>
                  <a:srgbClr val="214F3C"/>
                </a:solidFill>
                <a:latin typeface="Arial"/>
                <a:ea typeface="Arial"/>
                <a:cs typeface="Arial"/>
              </a:defRPr>
            </a:lvl5pPr>
            <a:lvl6pPr>
              <a:defRPr sz="3900" b="1">
                <a:solidFill>
                  <a:srgbClr val="214F3C"/>
                </a:solidFill>
                <a:latin typeface="Arial"/>
                <a:ea typeface="Arial"/>
                <a:cs typeface="Arial"/>
              </a:defRPr>
            </a:lvl6pPr>
            <a:lvl7pPr>
              <a:defRPr sz="3900" b="1">
                <a:solidFill>
                  <a:srgbClr val="214F3C"/>
                </a:solidFill>
                <a:latin typeface="Arial"/>
                <a:ea typeface="Arial"/>
                <a:cs typeface="Arial"/>
              </a:defRPr>
            </a:lvl7pPr>
            <a:lvl8pPr>
              <a:defRPr sz="3900" b="1">
                <a:solidFill>
                  <a:srgbClr val="214F3C"/>
                </a:solidFill>
                <a:latin typeface="Arial"/>
                <a:ea typeface="Arial"/>
                <a:cs typeface="Arial"/>
              </a:defRPr>
            </a:lvl8pPr>
            <a:lvl9pPr>
              <a:defRPr sz="3900" b="1">
                <a:solidFill>
                  <a:srgbClr val="214F3C"/>
                </a:solidFill>
                <a:latin typeface="Arial"/>
                <a:ea typeface="Arial"/>
                <a:cs typeface="Arial"/>
              </a:defRPr>
            </a:lvl9pPr>
          </a:lstStyle>
          <a:p xmlns:a="http://schemas.openxmlformats.org/drawingml/2006/main">
            <a:pPr>
              <a:defRPr sz="3900" b="1">
                <a:solidFill>
                  <a:srgbClr val="214F3C"/>
                </a:solidFill>
                <a:latin typeface="Arial"/>
                <a:ea typeface="Arial"/>
                <a:cs typeface="Arial"/>
              </a:defRPr>
            </a:pPr>
            <a:r>
              <a:rPr sz="3900" b="1">
                <a:solidFill>
                  <a:srgbClr val="214F3C"/>
                </a:solidFill>
                <a:latin typeface="Arial"/>
                <a:ea typeface="Arial"/>
                <a:cs typeface="Arial"/>
              </a:rPr>
              <a:t>Typography</a:t>
            </a:r>
          </a:p>
        </p:txBody>
      </p:sp>
      <p:sp>
        <p:nvSpPr>
          <p:cNvPr id="2" name="">
            <a:extLst xmlns:a="http://schemas.openxmlformats.org/drawingml/2006/main">
              <a:ext uri="{FF2B5EF4-FFF2-40B4-BE49-F238E27FC236}">
                <a16:creationId xmlns:a16="http://schemas.microsoft.com/office/drawing/2014/main" id="{68AC4093-BE10-4D8F-9598-061251F08ED3}"/>
              </a:ext>
            </a:extLst>
          </p:cNvPr>
          <p:cNvSpPr>
            <a:spLocks xmlns:a="http://schemas.openxmlformats.org/drawingml/2006/main" noGrp="1"/>
          </p:cNvSpPr>
          <p:nvPr/>
        </p:nvSpPr>
        <p:spPr>
          <a:xfrm xmlns:a="http://schemas.openxmlformats.org/drawingml/2006/main">
            <a:off x="533400" y="1028700"/>
            <a:ext cx="1409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24372F"/>
                </a:solidFill>
                <a:latin typeface="Arial"/>
                <a:ea typeface="Arial"/>
                <a:cs typeface="Arial"/>
              </a:defRPr>
            </a:defPPr>
            <a:lvl1pPr>
              <a:defRPr sz="1950" b="0">
                <a:solidFill>
                  <a:srgbClr val="24372F"/>
                </a:solidFill>
                <a:latin typeface="Arial"/>
                <a:ea typeface="Arial"/>
                <a:cs typeface="Arial"/>
              </a:defRPr>
            </a:lvl1pPr>
            <a:lvl2pPr>
              <a:defRPr sz="1950" b="0">
                <a:solidFill>
                  <a:srgbClr val="24372F"/>
                </a:solidFill>
                <a:latin typeface="Arial"/>
                <a:ea typeface="Arial"/>
                <a:cs typeface="Arial"/>
              </a:defRPr>
            </a:lvl2pPr>
            <a:lvl3pPr>
              <a:defRPr sz="1950" b="0">
                <a:solidFill>
                  <a:srgbClr val="24372F"/>
                </a:solidFill>
                <a:latin typeface="Arial"/>
                <a:ea typeface="Arial"/>
                <a:cs typeface="Arial"/>
              </a:defRPr>
            </a:lvl3pPr>
            <a:lvl4pPr>
              <a:defRPr sz="1950" b="0">
                <a:solidFill>
                  <a:srgbClr val="24372F"/>
                </a:solidFill>
                <a:latin typeface="Arial"/>
                <a:ea typeface="Arial"/>
                <a:cs typeface="Arial"/>
              </a:defRPr>
            </a:lvl4pPr>
            <a:lvl5pPr>
              <a:defRPr sz="1950" b="0">
                <a:solidFill>
                  <a:srgbClr val="24372F"/>
                </a:solidFill>
                <a:latin typeface="Arial"/>
                <a:ea typeface="Arial"/>
                <a:cs typeface="Arial"/>
              </a:defRPr>
            </a:lvl5pPr>
            <a:lvl6pPr>
              <a:defRPr sz="1950" b="0">
                <a:solidFill>
                  <a:srgbClr val="24372F"/>
                </a:solidFill>
                <a:latin typeface="Arial"/>
                <a:ea typeface="Arial"/>
                <a:cs typeface="Arial"/>
              </a:defRPr>
            </a:lvl6pPr>
            <a:lvl7pPr>
              <a:defRPr sz="1950" b="0">
                <a:solidFill>
                  <a:srgbClr val="24372F"/>
                </a:solidFill>
                <a:latin typeface="Arial"/>
                <a:ea typeface="Arial"/>
                <a:cs typeface="Arial"/>
              </a:defRPr>
            </a:lvl7pPr>
            <a:lvl8pPr>
              <a:defRPr sz="1950" b="0">
                <a:solidFill>
                  <a:srgbClr val="24372F"/>
                </a:solidFill>
                <a:latin typeface="Arial"/>
                <a:ea typeface="Arial"/>
                <a:cs typeface="Arial"/>
              </a:defRPr>
            </a:lvl8pPr>
            <a:lvl9pPr>
              <a:defRPr sz="1950" b="0">
                <a:solidFill>
                  <a:srgbClr val="24372F"/>
                </a:solidFill>
                <a:latin typeface="Arial"/>
                <a:ea typeface="Arial"/>
                <a:cs typeface="Arial"/>
              </a:defRPr>
            </a:lvl9pPr>
          </a:lstStyle>
          <a:p xmlns:a="http://schemas.openxmlformats.org/drawingml/2006/main">
            <a:pPr>
              <a:defRPr sz="1950" b="0">
                <a:solidFill>
                  <a:srgbClr val="24372F"/>
                </a:solidFill>
                <a:latin typeface="Arial"/>
                <a:ea typeface="Arial"/>
                <a:cs typeface="Arial"/>
              </a:defRPr>
            </a:pPr>
            <a:r>
              <a:rPr sz="1950" b="0">
                <a:solidFill>
                  <a:srgbClr val="24372F"/>
                </a:solidFill>
                <a:latin typeface="Arial"/>
                <a:ea typeface="Arial"/>
                <a:cs typeface="Arial"/>
              </a:rPr>
              <a:t>A recognizable name and readable details</a:t>
            </a:r>
          </a:p>
        </p:txBody>
      </p:sp>
      <p:sp>
        <p:nvSpPr>
          <p:cNvPr id="3" name="">
            <a:extLst xmlns:a="http://schemas.openxmlformats.org/drawingml/2006/main">
              <a:ext uri="{FF2B5EF4-FFF2-40B4-BE49-F238E27FC236}">
                <a16:creationId xmlns:a16="http://schemas.microsoft.com/office/drawing/2014/main" id="{927BADF0-3604-4511-A1F4-0C07E9AB20EF}"/>
              </a:ext>
            </a:extLst>
          </p:cNvPr>
          <p:cNvSpPr>
            <a:spLocks xmlns:a="http://schemas.openxmlformats.org/drawingml/2006/main" noGrp="1"/>
          </p:cNvSpPr>
          <p:nvPr/>
        </p:nvSpPr>
        <p:spPr>
          <a:xfrm xmlns:a="http://schemas.openxmlformats.org/drawingml/2006/main">
            <a:off x="533400" y="8115300"/>
            <a:ext cx="1143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626D64"/>
                </a:solidFill>
                <a:latin typeface="Arial"/>
                <a:ea typeface="Arial"/>
                <a:cs typeface="Arial"/>
              </a:defRPr>
            </a:defPPr>
            <a:lvl1pPr>
              <a:defRPr sz="1350" b="0">
                <a:solidFill>
                  <a:srgbClr val="626D64"/>
                </a:solidFill>
                <a:latin typeface="Arial"/>
                <a:ea typeface="Arial"/>
                <a:cs typeface="Arial"/>
              </a:defRPr>
            </a:lvl1pPr>
            <a:lvl2pPr>
              <a:defRPr sz="1350" b="0">
                <a:solidFill>
                  <a:srgbClr val="626D64"/>
                </a:solidFill>
                <a:latin typeface="Arial"/>
                <a:ea typeface="Arial"/>
                <a:cs typeface="Arial"/>
              </a:defRPr>
            </a:lvl2pPr>
            <a:lvl3pPr>
              <a:defRPr sz="1350" b="0">
                <a:solidFill>
                  <a:srgbClr val="626D64"/>
                </a:solidFill>
                <a:latin typeface="Arial"/>
                <a:ea typeface="Arial"/>
                <a:cs typeface="Arial"/>
              </a:defRPr>
            </a:lvl3pPr>
            <a:lvl4pPr>
              <a:defRPr sz="1350" b="0">
                <a:solidFill>
                  <a:srgbClr val="626D64"/>
                </a:solidFill>
                <a:latin typeface="Arial"/>
                <a:ea typeface="Arial"/>
                <a:cs typeface="Arial"/>
              </a:defRPr>
            </a:lvl4pPr>
            <a:lvl5pPr>
              <a:defRPr sz="1350" b="0">
                <a:solidFill>
                  <a:srgbClr val="626D64"/>
                </a:solidFill>
                <a:latin typeface="Arial"/>
                <a:ea typeface="Arial"/>
                <a:cs typeface="Arial"/>
              </a:defRPr>
            </a:lvl5pPr>
            <a:lvl6pPr>
              <a:defRPr sz="1350" b="0">
                <a:solidFill>
                  <a:srgbClr val="626D64"/>
                </a:solidFill>
                <a:latin typeface="Arial"/>
                <a:ea typeface="Arial"/>
                <a:cs typeface="Arial"/>
              </a:defRPr>
            </a:lvl6pPr>
            <a:lvl7pPr>
              <a:defRPr sz="1350" b="0">
                <a:solidFill>
                  <a:srgbClr val="626D64"/>
                </a:solidFill>
                <a:latin typeface="Arial"/>
                <a:ea typeface="Arial"/>
                <a:cs typeface="Arial"/>
              </a:defRPr>
            </a:lvl7pPr>
            <a:lvl8pPr>
              <a:defRPr sz="1350" b="0">
                <a:solidFill>
                  <a:srgbClr val="626D64"/>
                </a:solidFill>
                <a:latin typeface="Arial"/>
                <a:ea typeface="Arial"/>
                <a:cs typeface="Arial"/>
              </a:defRPr>
            </a:lvl8pPr>
            <a:lvl9pPr>
              <a:defRPr sz="1350" b="0">
                <a:solidFill>
                  <a:srgbClr val="626D64"/>
                </a:solidFill>
                <a:latin typeface="Arial"/>
                <a:ea typeface="Arial"/>
                <a:cs typeface="Arial"/>
              </a:defRPr>
            </a:lvl9pPr>
          </a:lstStyle>
          <a:p xmlns:a="http://schemas.openxmlformats.org/drawingml/2006/main">
            <a:pPr>
              <a:defRPr sz="1350" b="0">
                <a:solidFill>
                  <a:srgbClr val="626D64"/>
                </a:solidFill>
                <a:latin typeface="Arial"/>
                <a:ea typeface="Arial"/>
                <a:cs typeface="Arial"/>
              </a:defRPr>
            </a:pPr>
            <a:r>
              <a:rPr sz="1350" b="0">
                <a:solidFill>
                  <a:srgbClr val="626D64"/>
                </a:solidFill>
                <a:latin typeface="Arial"/>
                <a:ea typeface="Arial"/>
                <a:cs typeface="Arial"/>
              </a:rPr>
              <a:t>Recall / Visual design study / 1</a:t>
            </a:r>
          </a:p>
        </p:txBody>
      </p:sp>
      <p:pic>
        <p:nvPicPr>
          <p:cNvPr id="4" name="">
            <a:extLst xmlns:a="http://schemas.openxmlformats.org/drawingml/2006/main">
              <a:ext uri="{FF2B5EF4-FFF2-40B4-BE49-F238E27FC236}">
                <a16:creationId xmlns:a16="http://schemas.microsoft.com/office/drawing/2014/main" id="{AC8DA182-32BC-4851-AB17-4338F0779572}"/>
              </a:ext>
            </a:extLst>
          </p:cNvPr>
          <p:cNvPicPr>
            <a:picLocks xmlns:a="http://schemas.openxmlformats.org/drawingml/2006/main" noChangeAspect="1"/>
          </p:cNvPicPr>
          <p:nvPr/>
        </p:nvPicPr>
        <p:blipFill>
          <a:blip xmlns:r="http://schemas.openxmlformats.org/officeDocument/2006/relationships" xmlns:a="http://schemas.openxmlformats.org/drawingml/2006/main" r:embed="R92ddd48750dc440e"/>
          <a:srcRect xmlns:a="http://schemas.openxmlformats.org/drawingml/2006/main" l="0" t="5897" r="0" b="5897"/>
          <a:stretch xmlns:a="http://schemas.openxmlformats.org/drawingml/2006/main">
            <a:fillRect l="0" t="0" r="0" b="0"/>
          </a:stretch>
        </p:blipFill>
        <p:spPr>
          <a:xfrm xmlns:a="http://schemas.openxmlformats.org/drawingml/2006/main">
            <a:off x="533400" y="1657350"/>
            <a:ext cx="3619500" cy="21145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1086C52F-4A00-4AAB-AB49-2BA1E76C2DB4}"/>
              </a:ext>
            </a:extLst>
          </p:cNvPr>
          <p:cNvSpPr>
            <a:spLocks xmlns:a="http://schemas.openxmlformats.org/drawingml/2006/main" noGrp="1"/>
          </p:cNvSpPr>
          <p:nvPr/>
        </p:nvSpPr>
        <p:spPr>
          <a:xfrm xmlns:a="http://schemas.openxmlformats.org/drawingml/2006/main">
            <a:off x="533400" y="3895725"/>
            <a:ext cx="3619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24372F"/>
                </a:solidFill>
                <a:latin typeface="Arial"/>
                <a:ea typeface="Arial"/>
                <a:cs typeface="Arial"/>
              </a:defRPr>
            </a:defPPr>
            <a:lvl1pPr>
              <a:defRPr sz="1800" b="1">
                <a:solidFill>
                  <a:srgbClr val="24372F"/>
                </a:solidFill>
                <a:latin typeface="Arial"/>
                <a:ea typeface="Arial"/>
                <a:cs typeface="Arial"/>
              </a:defRPr>
            </a:lvl1pPr>
            <a:lvl2pPr>
              <a:defRPr sz="1800" b="1">
                <a:solidFill>
                  <a:srgbClr val="24372F"/>
                </a:solidFill>
                <a:latin typeface="Arial"/>
                <a:ea typeface="Arial"/>
                <a:cs typeface="Arial"/>
              </a:defRPr>
            </a:lvl2pPr>
            <a:lvl3pPr>
              <a:defRPr sz="1800" b="1">
                <a:solidFill>
                  <a:srgbClr val="24372F"/>
                </a:solidFill>
                <a:latin typeface="Arial"/>
                <a:ea typeface="Arial"/>
                <a:cs typeface="Arial"/>
              </a:defRPr>
            </a:lvl3pPr>
            <a:lvl4pPr>
              <a:defRPr sz="1800" b="1">
                <a:solidFill>
                  <a:srgbClr val="24372F"/>
                </a:solidFill>
                <a:latin typeface="Arial"/>
                <a:ea typeface="Arial"/>
                <a:cs typeface="Arial"/>
              </a:defRPr>
            </a:lvl4pPr>
            <a:lvl5pPr>
              <a:defRPr sz="1800" b="1">
                <a:solidFill>
                  <a:srgbClr val="24372F"/>
                </a:solidFill>
                <a:latin typeface="Arial"/>
                <a:ea typeface="Arial"/>
                <a:cs typeface="Arial"/>
              </a:defRPr>
            </a:lvl5pPr>
            <a:lvl6pPr>
              <a:defRPr sz="1800" b="1">
                <a:solidFill>
                  <a:srgbClr val="24372F"/>
                </a:solidFill>
                <a:latin typeface="Arial"/>
                <a:ea typeface="Arial"/>
                <a:cs typeface="Arial"/>
              </a:defRPr>
            </a:lvl6pPr>
            <a:lvl7pPr>
              <a:defRPr sz="1800" b="1">
                <a:solidFill>
                  <a:srgbClr val="24372F"/>
                </a:solidFill>
                <a:latin typeface="Arial"/>
                <a:ea typeface="Arial"/>
                <a:cs typeface="Arial"/>
              </a:defRPr>
            </a:lvl7pPr>
            <a:lvl8pPr>
              <a:defRPr sz="1800" b="1">
                <a:solidFill>
                  <a:srgbClr val="24372F"/>
                </a:solidFill>
                <a:latin typeface="Arial"/>
                <a:ea typeface="Arial"/>
                <a:cs typeface="Arial"/>
              </a:defRPr>
            </a:lvl8pPr>
            <a:lvl9pPr>
              <a:defRPr sz="1800" b="1">
                <a:solidFill>
                  <a:srgbClr val="24372F"/>
                </a:solidFill>
                <a:latin typeface="Arial"/>
                <a:ea typeface="Arial"/>
                <a:cs typeface="Arial"/>
              </a:defRPr>
            </a:lvl9pPr>
          </a:lstStyle>
          <a:p xmlns:a="http://schemas.openxmlformats.org/drawingml/2006/main">
            <a:pPr>
              <a:defRPr sz="1800" b="1">
                <a:solidFill>
                  <a:srgbClr val="24372F"/>
                </a:solidFill>
                <a:latin typeface="Arial"/>
                <a:ea typeface="Arial"/>
                <a:cs typeface="Arial"/>
              </a:defRPr>
            </a:pPr>
            <a:r>
              <a:rPr sz="1800" b="1">
                <a:solidFill>
                  <a:srgbClr val="24372F"/>
                </a:solidFill>
                <a:latin typeface="Arial"/>
                <a:ea typeface="Arial"/>
                <a:cs typeface="Arial"/>
              </a:rPr>
              <a:t>[1] Park signage</a:t>
            </a:r>
          </a:p>
        </p:txBody>
      </p:sp>
      <p:sp>
        <p:nvSpPr>
          <p:cNvPr id="6" name="">
            <a:extLst xmlns:a="http://schemas.openxmlformats.org/drawingml/2006/main">
              <a:ext uri="{FF2B5EF4-FFF2-40B4-BE49-F238E27FC236}">
                <a16:creationId xmlns:a16="http://schemas.microsoft.com/office/drawing/2014/main" id="{C6725AE0-5964-47C1-930F-9A7E6240C2F4}"/>
              </a:ext>
            </a:extLst>
          </p:cNvPr>
          <p:cNvSpPr>
            <a:spLocks xmlns:a="http://schemas.openxmlformats.org/drawingml/2006/main" noGrp="1"/>
          </p:cNvSpPr>
          <p:nvPr/>
        </p:nvSpPr>
        <p:spPr>
          <a:xfrm xmlns:a="http://schemas.openxmlformats.org/drawingml/2006/main">
            <a:off x="533400" y="4238625"/>
            <a:ext cx="3619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24372F"/>
                </a:solidFill>
                <a:latin typeface="Arial"/>
                <a:ea typeface="Arial"/>
                <a:cs typeface="Arial"/>
              </a:defRPr>
            </a:defPPr>
            <a:lvl1pPr>
              <a:defRPr sz="1800" b="0">
                <a:solidFill>
                  <a:srgbClr val="24372F"/>
                </a:solidFill>
                <a:latin typeface="Arial"/>
                <a:ea typeface="Arial"/>
                <a:cs typeface="Arial"/>
              </a:defRPr>
            </a:lvl1pPr>
            <a:lvl2pPr>
              <a:defRPr sz="1800" b="0">
                <a:solidFill>
                  <a:srgbClr val="24372F"/>
                </a:solidFill>
                <a:latin typeface="Arial"/>
                <a:ea typeface="Arial"/>
                <a:cs typeface="Arial"/>
              </a:defRPr>
            </a:lvl2pPr>
            <a:lvl3pPr>
              <a:defRPr sz="1800" b="0">
                <a:solidFill>
                  <a:srgbClr val="24372F"/>
                </a:solidFill>
                <a:latin typeface="Arial"/>
                <a:ea typeface="Arial"/>
                <a:cs typeface="Arial"/>
              </a:defRPr>
            </a:lvl3pPr>
            <a:lvl4pPr>
              <a:defRPr sz="1800" b="0">
                <a:solidFill>
                  <a:srgbClr val="24372F"/>
                </a:solidFill>
                <a:latin typeface="Arial"/>
                <a:ea typeface="Arial"/>
                <a:cs typeface="Arial"/>
              </a:defRPr>
            </a:lvl4pPr>
            <a:lvl5pPr>
              <a:defRPr sz="1800" b="0">
                <a:solidFill>
                  <a:srgbClr val="24372F"/>
                </a:solidFill>
                <a:latin typeface="Arial"/>
                <a:ea typeface="Arial"/>
                <a:cs typeface="Arial"/>
              </a:defRPr>
            </a:lvl5pPr>
            <a:lvl6pPr>
              <a:defRPr sz="1800" b="0">
                <a:solidFill>
                  <a:srgbClr val="24372F"/>
                </a:solidFill>
                <a:latin typeface="Arial"/>
                <a:ea typeface="Arial"/>
                <a:cs typeface="Arial"/>
              </a:defRPr>
            </a:lvl6pPr>
            <a:lvl7pPr>
              <a:defRPr sz="1800" b="0">
                <a:solidFill>
                  <a:srgbClr val="24372F"/>
                </a:solidFill>
                <a:latin typeface="Arial"/>
                <a:ea typeface="Arial"/>
                <a:cs typeface="Arial"/>
              </a:defRPr>
            </a:lvl7pPr>
            <a:lvl8pPr>
              <a:defRPr sz="1800" b="0">
                <a:solidFill>
                  <a:srgbClr val="24372F"/>
                </a:solidFill>
                <a:latin typeface="Arial"/>
                <a:ea typeface="Arial"/>
                <a:cs typeface="Arial"/>
              </a:defRPr>
            </a:lvl8pPr>
            <a:lvl9pPr>
              <a:defRPr sz="1800" b="0">
                <a:solidFill>
                  <a:srgbClr val="24372F"/>
                </a:solidFill>
                <a:latin typeface="Arial"/>
                <a:ea typeface="Arial"/>
                <a:cs typeface="Arial"/>
              </a:defRPr>
            </a:lvl9pPr>
          </a:lstStyle>
          <a:p xmlns:a="http://schemas.openxmlformats.org/drawingml/2006/main">
            <a:pPr>
              <a:defRPr sz="1800" b="0">
                <a:solidFill>
                  <a:srgbClr val="24372F"/>
                </a:solidFill>
                <a:latin typeface="Arial"/>
                <a:ea typeface="Arial"/>
                <a:cs typeface="Arial"/>
              </a:defRPr>
            </a:pPr>
            <a:r>
              <a:rPr sz="1800" b="0">
                <a:solidFill>
                  <a:srgbClr val="24372F"/>
                </a:solidFill>
                <a:latin typeface="Arial"/>
                <a:ea typeface="Arial"/>
                <a:cs typeface="Arial"/>
              </a:rPr>
              <a:t>Serif capitals make the park name the sign’s unmistakable focal point.</a:t>
            </a:r>
          </a:p>
        </p:txBody>
      </p:sp>
      <p:pic>
        <p:nvPicPr>
          <p:cNvPr id="7" name="">
            <a:extLst xmlns:a="http://schemas.openxmlformats.org/drawingml/2006/main">
              <a:ext uri="{FF2B5EF4-FFF2-40B4-BE49-F238E27FC236}">
                <a16:creationId xmlns:a16="http://schemas.microsoft.com/office/drawing/2014/main" id="{5ABB8900-F6DB-419F-AA01-0FDAAB24F09C}"/>
              </a:ext>
            </a:extLst>
          </p:cNvPr>
          <p:cNvPicPr>
            <a:picLocks xmlns:a="http://schemas.openxmlformats.org/drawingml/2006/main" noChangeAspect="1"/>
          </p:cNvPicPr>
          <p:nvPr/>
        </p:nvPicPr>
        <p:blipFill>
          <a:blip xmlns:r="http://schemas.openxmlformats.org/officeDocument/2006/relationships" xmlns:a="http://schemas.openxmlformats.org/drawingml/2006/main" r:embed="R6bf5259e734b4bff"/>
          <a:srcRect xmlns:a="http://schemas.openxmlformats.org/drawingml/2006/main" l="22000" t="16000" r="22000" b="43000"/>
          <a:stretch xmlns:a="http://schemas.openxmlformats.org/drawingml/2006/main"/>
        </p:blipFill>
        <p:spPr>
          <a:xfrm xmlns:a="http://schemas.openxmlformats.org/drawingml/2006/main">
            <a:off x="533400" y="5200650"/>
            <a:ext cx="3619500" cy="17145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B2E5E613-1473-47BD-B68B-549D6A276496}"/>
              </a:ext>
            </a:extLst>
          </p:cNvPr>
          <p:cNvSpPr>
            <a:spLocks xmlns:a="http://schemas.openxmlformats.org/drawingml/2006/main" noGrp="1"/>
          </p:cNvSpPr>
          <p:nvPr/>
        </p:nvSpPr>
        <p:spPr>
          <a:xfrm xmlns:a="http://schemas.openxmlformats.org/drawingml/2006/main">
            <a:off x="533400" y="7038975"/>
            <a:ext cx="3619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24372F"/>
                </a:solidFill>
                <a:latin typeface="Arial"/>
                <a:ea typeface="Arial"/>
                <a:cs typeface="Arial"/>
              </a:defRPr>
            </a:defPPr>
            <a:lvl1pPr>
              <a:defRPr sz="1800" b="1">
                <a:solidFill>
                  <a:srgbClr val="24372F"/>
                </a:solidFill>
                <a:latin typeface="Arial"/>
                <a:ea typeface="Arial"/>
                <a:cs typeface="Arial"/>
              </a:defRPr>
            </a:lvl1pPr>
            <a:lvl2pPr>
              <a:defRPr sz="1800" b="1">
                <a:solidFill>
                  <a:srgbClr val="24372F"/>
                </a:solidFill>
                <a:latin typeface="Arial"/>
                <a:ea typeface="Arial"/>
                <a:cs typeface="Arial"/>
              </a:defRPr>
            </a:lvl2pPr>
            <a:lvl3pPr>
              <a:defRPr sz="1800" b="1">
                <a:solidFill>
                  <a:srgbClr val="24372F"/>
                </a:solidFill>
                <a:latin typeface="Arial"/>
                <a:ea typeface="Arial"/>
                <a:cs typeface="Arial"/>
              </a:defRPr>
            </a:lvl3pPr>
            <a:lvl4pPr>
              <a:defRPr sz="1800" b="1">
                <a:solidFill>
                  <a:srgbClr val="24372F"/>
                </a:solidFill>
                <a:latin typeface="Arial"/>
                <a:ea typeface="Arial"/>
                <a:cs typeface="Arial"/>
              </a:defRPr>
            </a:lvl4pPr>
            <a:lvl5pPr>
              <a:defRPr sz="1800" b="1">
                <a:solidFill>
                  <a:srgbClr val="24372F"/>
                </a:solidFill>
                <a:latin typeface="Arial"/>
                <a:ea typeface="Arial"/>
                <a:cs typeface="Arial"/>
              </a:defRPr>
            </a:lvl5pPr>
            <a:lvl6pPr>
              <a:defRPr sz="1800" b="1">
                <a:solidFill>
                  <a:srgbClr val="24372F"/>
                </a:solidFill>
                <a:latin typeface="Arial"/>
                <a:ea typeface="Arial"/>
                <a:cs typeface="Arial"/>
              </a:defRPr>
            </a:lvl6pPr>
            <a:lvl7pPr>
              <a:defRPr sz="1800" b="1">
                <a:solidFill>
                  <a:srgbClr val="24372F"/>
                </a:solidFill>
                <a:latin typeface="Arial"/>
                <a:ea typeface="Arial"/>
                <a:cs typeface="Arial"/>
              </a:defRPr>
            </a:lvl7pPr>
            <a:lvl8pPr>
              <a:defRPr sz="1800" b="1">
                <a:solidFill>
                  <a:srgbClr val="24372F"/>
                </a:solidFill>
                <a:latin typeface="Arial"/>
                <a:ea typeface="Arial"/>
                <a:cs typeface="Arial"/>
              </a:defRPr>
            </a:lvl8pPr>
            <a:lvl9pPr>
              <a:defRPr sz="1800" b="1">
                <a:solidFill>
                  <a:srgbClr val="24372F"/>
                </a:solidFill>
                <a:latin typeface="Arial"/>
                <a:ea typeface="Arial"/>
                <a:cs typeface="Arial"/>
              </a:defRPr>
            </a:lvl9pPr>
          </a:lstStyle>
          <a:p xmlns:a="http://schemas.openxmlformats.org/drawingml/2006/main">
            <a:pPr>
              <a:defRPr sz="1800" b="1">
                <a:solidFill>
                  <a:srgbClr val="24372F"/>
                </a:solidFill>
                <a:latin typeface="Arial"/>
                <a:ea typeface="Arial"/>
                <a:cs typeface="Arial"/>
              </a:defRPr>
            </a:pPr>
            <a:r>
              <a:rPr sz="1800" b="1">
                <a:solidFill>
                  <a:srgbClr val="24372F"/>
                </a:solidFill>
                <a:latin typeface="Arial"/>
                <a:ea typeface="Arial"/>
                <a:cs typeface="Arial"/>
              </a:rPr>
              <a:t>[2] Apple Newsroom</a:t>
            </a:r>
          </a:p>
        </p:txBody>
      </p:sp>
      <p:sp>
        <p:nvSpPr>
          <p:cNvPr id="9" name="">
            <a:extLst xmlns:a="http://schemas.openxmlformats.org/drawingml/2006/main">
              <a:ext uri="{FF2B5EF4-FFF2-40B4-BE49-F238E27FC236}">
                <a16:creationId xmlns:a16="http://schemas.microsoft.com/office/drawing/2014/main" id="{5B64CB44-2750-4713-91F0-F414DB9F9176}"/>
              </a:ext>
            </a:extLst>
          </p:cNvPr>
          <p:cNvSpPr>
            <a:spLocks xmlns:a="http://schemas.openxmlformats.org/drawingml/2006/main" noGrp="1"/>
          </p:cNvSpPr>
          <p:nvPr/>
        </p:nvSpPr>
        <p:spPr>
          <a:xfrm xmlns:a="http://schemas.openxmlformats.org/drawingml/2006/main">
            <a:off x="533400" y="7381875"/>
            <a:ext cx="3619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24372F"/>
                </a:solidFill>
                <a:latin typeface="Arial"/>
                <a:ea typeface="Arial"/>
                <a:cs typeface="Arial"/>
              </a:defRPr>
            </a:defPPr>
            <a:lvl1pPr>
              <a:defRPr sz="1800" b="0">
                <a:solidFill>
                  <a:srgbClr val="24372F"/>
                </a:solidFill>
                <a:latin typeface="Arial"/>
                <a:ea typeface="Arial"/>
                <a:cs typeface="Arial"/>
              </a:defRPr>
            </a:lvl1pPr>
            <a:lvl2pPr>
              <a:defRPr sz="1800" b="0">
                <a:solidFill>
                  <a:srgbClr val="24372F"/>
                </a:solidFill>
                <a:latin typeface="Arial"/>
                <a:ea typeface="Arial"/>
                <a:cs typeface="Arial"/>
              </a:defRPr>
            </a:lvl2pPr>
            <a:lvl3pPr>
              <a:defRPr sz="1800" b="0">
                <a:solidFill>
                  <a:srgbClr val="24372F"/>
                </a:solidFill>
                <a:latin typeface="Arial"/>
                <a:ea typeface="Arial"/>
                <a:cs typeface="Arial"/>
              </a:defRPr>
            </a:lvl3pPr>
            <a:lvl4pPr>
              <a:defRPr sz="1800" b="0">
                <a:solidFill>
                  <a:srgbClr val="24372F"/>
                </a:solidFill>
                <a:latin typeface="Arial"/>
                <a:ea typeface="Arial"/>
                <a:cs typeface="Arial"/>
              </a:defRPr>
            </a:lvl4pPr>
            <a:lvl5pPr>
              <a:defRPr sz="1800" b="0">
                <a:solidFill>
                  <a:srgbClr val="24372F"/>
                </a:solidFill>
                <a:latin typeface="Arial"/>
                <a:ea typeface="Arial"/>
                <a:cs typeface="Arial"/>
              </a:defRPr>
            </a:lvl5pPr>
            <a:lvl6pPr>
              <a:defRPr sz="1800" b="0">
                <a:solidFill>
                  <a:srgbClr val="24372F"/>
                </a:solidFill>
                <a:latin typeface="Arial"/>
                <a:ea typeface="Arial"/>
                <a:cs typeface="Arial"/>
              </a:defRPr>
            </a:lvl6pPr>
            <a:lvl7pPr>
              <a:defRPr sz="1800" b="0">
                <a:solidFill>
                  <a:srgbClr val="24372F"/>
                </a:solidFill>
                <a:latin typeface="Arial"/>
                <a:ea typeface="Arial"/>
                <a:cs typeface="Arial"/>
              </a:defRPr>
            </a:lvl7pPr>
            <a:lvl8pPr>
              <a:defRPr sz="1800" b="0">
                <a:solidFill>
                  <a:srgbClr val="24372F"/>
                </a:solidFill>
                <a:latin typeface="Arial"/>
                <a:ea typeface="Arial"/>
                <a:cs typeface="Arial"/>
              </a:defRPr>
            </a:lvl8pPr>
            <a:lvl9pPr>
              <a:defRPr sz="1800" b="0">
                <a:solidFill>
                  <a:srgbClr val="24372F"/>
                </a:solidFill>
                <a:latin typeface="Arial"/>
                <a:ea typeface="Arial"/>
                <a:cs typeface="Arial"/>
              </a:defRPr>
            </a:lvl9pPr>
          </a:lstStyle>
          <a:p xmlns:a="http://schemas.openxmlformats.org/drawingml/2006/main">
            <a:pPr>
              <a:defRPr sz="1800" b="0">
                <a:solidFill>
                  <a:srgbClr val="24372F"/>
                </a:solidFill>
                <a:latin typeface="Arial"/>
                <a:ea typeface="Arial"/>
                <a:cs typeface="Arial"/>
              </a:defRPr>
            </a:pPr>
            <a:r>
              <a:rPr sz="1800" b="0">
                <a:solidFill>
                  <a:srgbClr val="24372F"/>
                </a:solidFill>
                <a:latin typeface="Arial"/>
                <a:ea typeface="Arial"/>
                <a:cs typeface="Arial"/>
              </a:rPr>
              <a:t>Bold sans-serif headings establish order before the smaller details.</a:t>
            </a:r>
          </a:p>
        </p:txBody>
      </p:sp>
      <p:pic>
        <p:nvPicPr>
          <p:cNvPr id="10" name="">
            <a:extLst xmlns:a="http://schemas.openxmlformats.org/drawingml/2006/main">
              <a:ext uri="{FF2B5EF4-FFF2-40B4-BE49-F238E27FC236}">
                <a16:creationId xmlns:a16="http://schemas.microsoft.com/office/drawing/2014/main" id="{E0C076F4-B04D-4DBC-8701-AF2B920AAA3C}"/>
              </a:ext>
            </a:extLst>
          </p:cNvPr>
          <p:cNvPicPr>
            <a:picLocks xmlns:a="http://schemas.openxmlformats.org/drawingml/2006/main" noChangeAspect="1"/>
          </p:cNvPicPr>
          <p:nvPr/>
        </p:nvPicPr>
        <p:blipFill>
          <a:blip xmlns:r="http://schemas.openxmlformats.org/officeDocument/2006/relationships" xmlns:a="http://schemas.openxmlformats.org/drawingml/2006/main" r:embed="R443e5da924364855"/>
          <a:srcRect xmlns:a="http://schemas.openxmlformats.org/drawingml/2006/main" l="25000" t="0" r="25000" b="0"/>
          <a:stretch xmlns:a="http://schemas.openxmlformats.org/drawingml/2006/main"/>
        </p:blipFill>
        <p:spPr>
          <a:xfrm xmlns:a="http://schemas.openxmlformats.org/drawingml/2006/main">
            <a:off x="4667250" y="1657350"/>
            <a:ext cx="4762500" cy="5357813"/>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A1F8120C-DBAC-424C-8B74-D5484FEC400C}"/>
              </a:ext>
            </a:extLst>
          </p:cNvPr>
          <p:cNvSpPr>
            <a:spLocks xmlns:a="http://schemas.openxmlformats.org/drawingml/2006/main" noGrp="1"/>
          </p:cNvSpPr>
          <p:nvPr/>
        </p:nvSpPr>
        <p:spPr>
          <a:xfrm xmlns:a="http://schemas.openxmlformats.org/drawingml/2006/main">
            <a:off x="4667250" y="7191375"/>
            <a:ext cx="476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24372F"/>
                </a:solidFill>
                <a:latin typeface="Arial"/>
                <a:ea typeface="Arial"/>
                <a:cs typeface="Arial"/>
              </a:defRPr>
            </a:defPPr>
            <a:lvl1pPr>
              <a:defRPr sz="1800" b="1">
                <a:solidFill>
                  <a:srgbClr val="24372F"/>
                </a:solidFill>
                <a:latin typeface="Arial"/>
                <a:ea typeface="Arial"/>
                <a:cs typeface="Arial"/>
              </a:defRPr>
            </a:lvl1pPr>
            <a:lvl2pPr>
              <a:defRPr sz="1800" b="1">
                <a:solidFill>
                  <a:srgbClr val="24372F"/>
                </a:solidFill>
                <a:latin typeface="Arial"/>
                <a:ea typeface="Arial"/>
                <a:cs typeface="Arial"/>
              </a:defRPr>
            </a:lvl2pPr>
            <a:lvl3pPr>
              <a:defRPr sz="1800" b="1">
                <a:solidFill>
                  <a:srgbClr val="24372F"/>
                </a:solidFill>
                <a:latin typeface="Arial"/>
                <a:ea typeface="Arial"/>
                <a:cs typeface="Arial"/>
              </a:defRPr>
            </a:lvl3pPr>
            <a:lvl4pPr>
              <a:defRPr sz="1800" b="1">
                <a:solidFill>
                  <a:srgbClr val="24372F"/>
                </a:solidFill>
                <a:latin typeface="Arial"/>
                <a:ea typeface="Arial"/>
                <a:cs typeface="Arial"/>
              </a:defRPr>
            </a:lvl4pPr>
            <a:lvl5pPr>
              <a:defRPr sz="1800" b="1">
                <a:solidFill>
                  <a:srgbClr val="24372F"/>
                </a:solidFill>
                <a:latin typeface="Arial"/>
                <a:ea typeface="Arial"/>
                <a:cs typeface="Arial"/>
              </a:defRPr>
            </a:lvl5pPr>
            <a:lvl6pPr>
              <a:defRPr sz="1800" b="1">
                <a:solidFill>
                  <a:srgbClr val="24372F"/>
                </a:solidFill>
                <a:latin typeface="Arial"/>
                <a:ea typeface="Arial"/>
                <a:cs typeface="Arial"/>
              </a:defRPr>
            </a:lvl6pPr>
            <a:lvl7pPr>
              <a:defRPr sz="1800" b="1">
                <a:solidFill>
                  <a:srgbClr val="24372F"/>
                </a:solidFill>
                <a:latin typeface="Arial"/>
                <a:ea typeface="Arial"/>
                <a:cs typeface="Arial"/>
              </a:defRPr>
            </a:lvl7pPr>
            <a:lvl8pPr>
              <a:defRPr sz="1800" b="1">
                <a:solidFill>
                  <a:srgbClr val="24372F"/>
                </a:solidFill>
                <a:latin typeface="Arial"/>
                <a:ea typeface="Arial"/>
                <a:cs typeface="Arial"/>
              </a:defRPr>
            </a:lvl8pPr>
            <a:lvl9pPr>
              <a:defRPr sz="1800" b="1">
                <a:solidFill>
                  <a:srgbClr val="24372F"/>
                </a:solidFill>
                <a:latin typeface="Arial"/>
                <a:ea typeface="Arial"/>
                <a:cs typeface="Arial"/>
              </a:defRPr>
            </a:lvl9pPr>
          </a:lstStyle>
          <a:p xmlns:a="http://schemas.openxmlformats.org/drawingml/2006/main">
            <a:pPr>
              <a:defRPr sz="1800" b="1">
                <a:solidFill>
                  <a:srgbClr val="24372F"/>
                </a:solidFill>
                <a:latin typeface="Arial"/>
                <a:ea typeface="Arial"/>
                <a:cs typeface="Arial"/>
              </a:defRPr>
            </a:pPr>
            <a:r>
              <a:rPr sz="1800" b="1">
                <a:solidFill>
                  <a:srgbClr val="24372F"/>
                </a:solidFill>
                <a:latin typeface="Arial"/>
                <a:ea typeface="Arial"/>
                <a:cs typeface="Arial"/>
              </a:rPr>
              <a:t>Recall today: Add photos</a:t>
            </a:r>
          </a:p>
        </p:txBody>
      </p:sp>
      <p:sp>
        <p:nvSpPr>
          <p:cNvPr id="12" name="">
            <a:extLst xmlns:a="http://schemas.openxmlformats.org/drawingml/2006/main">
              <a:ext uri="{FF2B5EF4-FFF2-40B4-BE49-F238E27FC236}">
                <a16:creationId xmlns:a16="http://schemas.microsoft.com/office/drawing/2014/main" id="{978AC338-6E37-4847-B4BF-82E8224D4511}"/>
              </a:ext>
            </a:extLst>
          </p:cNvPr>
          <p:cNvSpPr>
            <a:spLocks xmlns:a="http://schemas.openxmlformats.org/drawingml/2006/main" noGrp="1"/>
          </p:cNvSpPr>
          <p:nvPr/>
        </p:nvSpPr>
        <p:spPr>
          <a:xfrm xmlns:a="http://schemas.openxmlformats.org/drawingml/2006/main">
            <a:off x="9906000" y="1657350"/>
            <a:ext cx="476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214F3C"/>
                </a:solidFill>
                <a:latin typeface="Arial"/>
                <a:ea typeface="Arial"/>
                <a:cs typeface="Arial"/>
              </a:defRPr>
            </a:defPPr>
            <a:lvl1pPr>
              <a:defRPr sz="2100" b="1">
                <a:solidFill>
                  <a:srgbClr val="214F3C"/>
                </a:solidFill>
                <a:latin typeface="Arial"/>
                <a:ea typeface="Arial"/>
                <a:cs typeface="Arial"/>
              </a:defRPr>
            </a:lvl1pPr>
            <a:lvl2pPr>
              <a:defRPr sz="2100" b="1">
                <a:solidFill>
                  <a:srgbClr val="214F3C"/>
                </a:solidFill>
                <a:latin typeface="Arial"/>
                <a:ea typeface="Arial"/>
                <a:cs typeface="Arial"/>
              </a:defRPr>
            </a:lvl2pPr>
            <a:lvl3pPr>
              <a:defRPr sz="2100" b="1">
                <a:solidFill>
                  <a:srgbClr val="214F3C"/>
                </a:solidFill>
                <a:latin typeface="Arial"/>
                <a:ea typeface="Arial"/>
                <a:cs typeface="Arial"/>
              </a:defRPr>
            </a:lvl3pPr>
            <a:lvl4pPr>
              <a:defRPr sz="2100" b="1">
                <a:solidFill>
                  <a:srgbClr val="214F3C"/>
                </a:solidFill>
                <a:latin typeface="Arial"/>
                <a:ea typeface="Arial"/>
                <a:cs typeface="Arial"/>
              </a:defRPr>
            </a:lvl4pPr>
            <a:lvl5pPr>
              <a:defRPr sz="2100" b="1">
                <a:solidFill>
                  <a:srgbClr val="214F3C"/>
                </a:solidFill>
                <a:latin typeface="Arial"/>
                <a:ea typeface="Arial"/>
                <a:cs typeface="Arial"/>
              </a:defRPr>
            </a:lvl5pPr>
            <a:lvl6pPr>
              <a:defRPr sz="2100" b="1">
                <a:solidFill>
                  <a:srgbClr val="214F3C"/>
                </a:solidFill>
                <a:latin typeface="Arial"/>
                <a:ea typeface="Arial"/>
                <a:cs typeface="Arial"/>
              </a:defRPr>
            </a:lvl6pPr>
            <a:lvl7pPr>
              <a:defRPr sz="2100" b="1">
                <a:solidFill>
                  <a:srgbClr val="214F3C"/>
                </a:solidFill>
                <a:latin typeface="Arial"/>
                <a:ea typeface="Arial"/>
                <a:cs typeface="Arial"/>
              </a:defRPr>
            </a:lvl7pPr>
            <a:lvl8pPr>
              <a:defRPr sz="2100" b="1">
                <a:solidFill>
                  <a:srgbClr val="214F3C"/>
                </a:solidFill>
                <a:latin typeface="Arial"/>
                <a:ea typeface="Arial"/>
                <a:cs typeface="Arial"/>
              </a:defRPr>
            </a:lvl8pPr>
            <a:lvl9pPr>
              <a:defRPr sz="2100" b="1">
                <a:solidFill>
                  <a:srgbClr val="214F3C"/>
                </a:solidFill>
                <a:latin typeface="Arial"/>
                <a:ea typeface="Arial"/>
                <a:cs typeface="Arial"/>
              </a:defRPr>
            </a:lvl9pPr>
          </a:lstStyle>
          <a:p xmlns:a="http://schemas.openxmlformats.org/drawingml/2006/main">
            <a:pPr>
              <a:defRPr sz="2100" b="1">
                <a:solidFill>
                  <a:srgbClr val="214F3C"/>
                </a:solidFill>
                <a:latin typeface="Arial"/>
                <a:ea typeface="Arial"/>
                <a:cs typeface="Arial"/>
              </a:defRPr>
            </a:pPr>
            <a:r>
              <a:rPr sz="2100" b="1">
                <a:solidFill>
                  <a:srgbClr val="214F3C"/>
                </a:solidFill>
                <a:latin typeface="Arial"/>
                <a:ea typeface="Arial"/>
                <a:cs typeface="Arial"/>
              </a:rPr>
              <a:t>A personal collection</a:t>
            </a:r>
          </a:p>
        </p:txBody>
      </p:sp>
      <p:sp>
        <p:nvSpPr>
          <p:cNvPr id="13" name="">
            <a:extLst xmlns:a="http://schemas.openxmlformats.org/drawingml/2006/main">
              <a:ext uri="{FF2B5EF4-FFF2-40B4-BE49-F238E27FC236}">
                <a16:creationId xmlns:a16="http://schemas.microsoft.com/office/drawing/2014/main" id="{FEC2BB5B-45D2-4822-ABA9-354A63FDD028}"/>
              </a:ext>
            </a:extLst>
          </p:cNvPr>
          <p:cNvSpPr>
            <a:spLocks xmlns:a="http://schemas.openxmlformats.org/drawingml/2006/main" noGrp="1"/>
          </p:cNvSpPr>
          <p:nvPr/>
        </p:nvSpPr>
        <p:spPr>
          <a:xfrm xmlns:a="http://schemas.openxmlformats.org/drawingml/2006/main">
            <a:off x="9906000" y="20764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24372F"/>
                </a:solidFill>
                <a:latin typeface="Arial"/>
                <a:ea typeface="Arial"/>
                <a:cs typeface="Arial"/>
              </a:defRPr>
            </a:defPPr>
            <a:lvl1pPr>
              <a:defRPr sz="1800" b="0">
                <a:solidFill>
                  <a:srgbClr val="24372F"/>
                </a:solidFill>
                <a:latin typeface="Arial"/>
                <a:ea typeface="Arial"/>
                <a:cs typeface="Arial"/>
              </a:defRPr>
            </a:lvl1pPr>
            <a:lvl2pPr>
              <a:defRPr sz="1800" b="0">
                <a:solidFill>
                  <a:srgbClr val="24372F"/>
                </a:solidFill>
                <a:latin typeface="Arial"/>
                <a:ea typeface="Arial"/>
                <a:cs typeface="Arial"/>
              </a:defRPr>
            </a:lvl2pPr>
            <a:lvl3pPr>
              <a:defRPr sz="1800" b="0">
                <a:solidFill>
                  <a:srgbClr val="24372F"/>
                </a:solidFill>
                <a:latin typeface="Arial"/>
                <a:ea typeface="Arial"/>
                <a:cs typeface="Arial"/>
              </a:defRPr>
            </a:lvl3pPr>
            <a:lvl4pPr>
              <a:defRPr sz="1800" b="0">
                <a:solidFill>
                  <a:srgbClr val="24372F"/>
                </a:solidFill>
                <a:latin typeface="Arial"/>
                <a:ea typeface="Arial"/>
                <a:cs typeface="Arial"/>
              </a:defRPr>
            </a:lvl4pPr>
            <a:lvl5pPr>
              <a:defRPr sz="1800" b="0">
                <a:solidFill>
                  <a:srgbClr val="24372F"/>
                </a:solidFill>
                <a:latin typeface="Arial"/>
                <a:ea typeface="Arial"/>
                <a:cs typeface="Arial"/>
              </a:defRPr>
            </a:lvl5pPr>
            <a:lvl6pPr>
              <a:defRPr sz="1800" b="0">
                <a:solidFill>
                  <a:srgbClr val="24372F"/>
                </a:solidFill>
                <a:latin typeface="Arial"/>
                <a:ea typeface="Arial"/>
                <a:cs typeface="Arial"/>
              </a:defRPr>
            </a:lvl6pPr>
            <a:lvl7pPr>
              <a:defRPr sz="1800" b="0">
                <a:solidFill>
                  <a:srgbClr val="24372F"/>
                </a:solidFill>
                <a:latin typeface="Arial"/>
                <a:ea typeface="Arial"/>
                <a:cs typeface="Arial"/>
              </a:defRPr>
            </a:lvl7pPr>
            <a:lvl8pPr>
              <a:defRPr sz="1800" b="0">
                <a:solidFill>
                  <a:srgbClr val="24372F"/>
                </a:solidFill>
                <a:latin typeface="Arial"/>
                <a:ea typeface="Arial"/>
                <a:cs typeface="Arial"/>
              </a:defRPr>
            </a:lvl8pPr>
            <a:lvl9pPr>
              <a:defRPr sz="1800" b="0">
                <a:solidFill>
                  <a:srgbClr val="24372F"/>
                </a:solidFill>
                <a:latin typeface="Arial"/>
                <a:ea typeface="Arial"/>
                <a:cs typeface="Arial"/>
              </a:defRPr>
            </a:lvl9pPr>
          </a:lstStyle>
          <a:p xmlns:a="http://schemas.openxmlformats.org/drawingml/2006/main">
            <a:pPr>
              <a:defRPr sz="1800" b="0">
                <a:solidFill>
                  <a:srgbClr val="24372F"/>
                </a:solidFill>
                <a:latin typeface="Arial"/>
                <a:ea typeface="Arial"/>
                <a:cs typeface="Arial"/>
              </a:defRPr>
            </a:pPr>
            <a:r>
              <a:rPr sz="1800" b="0">
                <a:solidFill>
                  <a:srgbClr val="24372F"/>
                </a:solidFill>
                <a:latin typeface="Arial"/>
                <a:ea typeface="Arial"/>
                <a:cs typeface="Arial"/>
              </a:rPr>
              <a:t>The sign gives its name a distinct voice. Recall’s 32 px Georgia wordmark adds a bookish character that suits a collection of things to revisit.</a:t>
            </a:r>
          </a:p>
        </p:txBody>
      </p:sp>
      <p:sp>
        <p:nvSpPr>
          <p:cNvPr id="14" name="">
            <a:extLst xmlns:a="http://schemas.openxmlformats.org/drawingml/2006/main">
              <a:ext uri="{FF2B5EF4-FFF2-40B4-BE49-F238E27FC236}">
                <a16:creationId xmlns:a16="http://schemas.microsoft.com/office/drawing/2014/main" id="{DBC91131-ABC7-47AA-8145-D666DF026397}"/>
              </a:ext>
            </a:extLst>
          </p:cNvPr>
          <p:cNvSpPr>
            <a:spLocks xmlns:a="http://schemas.openxmlformats.org/drawingml/2006/main" noGrp="1"/>
          </p:cNvSpPr>
          <p:nvPr/>
        </p:nvSpPr>
        <p:spPr>
          <a:xfrm xmlns:a="http://schemas.openxmlformats.org/drawingml/2006/main">
            <a:off x="9906000" y="3857625"/>
            <a:ext cx="476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214F3C"/>
                </a:solidFill>
                <a:latin typeface="Arial"/>
                <a:ea typeface="Arial"/>
                <a:cs typeface="Arial"/>
              </a:defRPr>
            </a:defPPr>
            <a:lvl1pPr>
              <a:defRPr sz="2100" b="1">
                <a:solidFill>
                  <a:srgbClr val="214F3C"/>
                </a:solidFill>
                <a:latin typeface="Arial"/>
                <a:ea typeface="Arial"/>
                <a:cs typeface="Arial"/>
              </a:defRPr>
            </a:lvl1pPr>
            <a:lvl2pPr>
              <a:defRPr sz="2100" b="1">
                <a:solidFill>
                  <a:srgbClr val="214F3C"/>
                </a:solidFill>
                <a:latin typeface="Arial"/>
                <a:ea typeface="Arial"/>
                <a:cs typeface="Arial"/>
              </a:defRPr>
            </a:lvl2pPr>
            <a:lvl3pPr>
              <a:defRPr sz="2100" b="1">
                <a:solidFill>
                  <a:srgbClr val="214F3C"/>
                </a:solidFill>
                <a:latin typeface="Arial"/>
                <a:ea typeface="Arial"/>
                <a:cs typeface="Arial"/>
              </a:defRPr>
            </a:lvl3pPr>
            <a:lvl4pPr>
              <a:defRPr sz="2100" b="1">
                <a:solidFill>
                  <a:srgbClr val="214F3C"/>
                </a:solidFill>
                <a:latin typeface="Arial"/>
                <a:ea typeface="Arial"/>
                <a:cs typeface="Arial"/>
              </a:defRPr>
            </a:lvl4pPr>
            <a:lvl5pPr>
              <a:defRPr sz="2100" b="1">
                <a:solidFill>
                  <a:srgbClr val="214F3C"/>
                </a:solidFill>
                <a:latin typeface="Arial"/>
                <a:ea typeface="Arial"/>
                <a:cs typeface="Arial"/>
              </a:defRPr>
            </a:lvl5pPr>
            <a:lvl6pPr>
              <a:defRPr sz="2100" b="1">
                <a:solidFill>
                  <a:srgbClr val="214F3C"/>
                </a:solidFill>
                <a:latin typeface="Arial"/>
                <a:ea typeface="Arial"/>
                <a:cs typeface="Arial"/>
              </a:defRPr>
            </a:lvl6pPr>
            <a:lvl7pPr>
              <a:defRPr sz="2100" b="1">
                <a:solidFill>
                  <a:srgbClr val="214F3C"/>
                </a:solidFill>
                <a:latin typeface="Arial"/>
                <a:ea typeface="Arial"/>
                <a:cs typeface="Arial"/>
              </a:defRPr>
            </a:lvl7pPr>
            <a:lvl8pPr>
              <a:defRPr sz="2100" b="1">
                <a:solidFill>
                  <a:srgbClr val="214F3C"/>
                </a:solidFill>
                <a:latin typeface="Arial"/>
                <a:ea typeface="Arial"/>
                <a:cs typeface="Arial"/>
              </a:defRPr>
            </a:lvl8pPr>
            <a:lvl9pPr>
              <a:defRPr sz="2100" b="1">
                <a:solidFill>
                  <a:srgbClr val="214F3C"/>
                </a:solidFill>
                <a:latin typeface="Arial"/>
                <a:ea typeface="Arial"/>
                <a:cs typeface="Arial"/>
              </a:defRPr>
            </a:lvl9pPr>
          </a:lstStyle>
          <a:p xmlns:a="http://schemas.openxmlformats.org/drawingml/2006/main">
            <a:pPr>
              <a:defRPr sz="2100" b="1">
                <a:solidFill>
                  <a:srgbClr val="214F3C"/>
                </a:solidFill>
                <a:latin typeface="Arial"/>
                <a:ea typeface="Arial"/>
                <a:cs typeface="Arial"/>
              </a:defRPr>
            </a:pPr>
            <a:r>
              <a:rPr sz="2100" b="1">
                <a:solidFill>
                  <a:srgbClr val="214F3C"/>
                </a:solidFill>
                <a:latin typeface="Arial"/>
                <a:ea typeface="Arial"/>
                <a:cs typeface="Arial"/>
              </a:rPr>
              <a:t>A clear first step</a:t>
            </a:r>
          </a:p>
        </p:txBody>
      </p:sp>
      <p:sp>
        <p:nvSpPr>
          <p:cNvPr id="15" name="">
            <a:extLst xmlns:a="http://schemas.openxmlformats.org/drawingml/2006/main">
              <a:ext uri="{FF2B5EF4-FFF2-40B4-BE49-F238E27FC236}">
                <a16:creationId xmlns:a16="http://schemas.microsoft.com/office/drawing/2014/main" id="{DD642B33-9ECD-4B3A-8579-7722589C4033}"/>
              </a:ext>
            </a:extLst>
          </p:cNvPr>
          <p:cNvSpPr>
            <a:spLocks xmlns:a="http://schemas.openxmlformats.org/drawingml/2006/main" noGrp="1"/>
          </p:cNvSpPr>
          <p:nvPr/>
        </p:nvSpPr>
        <p:spPr>
          <a:xfrm xmlns:a="http://schemas.openxmlformats.org/drawingml/2006/main">
            <a:off x="9906000" y="42767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24372F"/>
                </a:solidFill>
                <a:latin typeface="Arial"/>
                <a:ea typeface="Arial"/>
                <a:cs typeface="Arial"/>
              </a:defRPr>
            </a:defPPr>
            <a:lvl1pPr>
              <a:defRPr sz="1800" b="0">
                <a:solidFill>
                  <a:srgbClr val="24372F"/>
                </a:solidFill>
                <a:latin typeface="Arial"/>
                <a:ea typeface="Arial"/>
                <a:cs typeface="Arial"/>
              </a:defRPr>
            </a:lvl1pPr>
            <a:lvl2pPr>
              <a:defRPr sz="1800" b="0">
                <a:solidFill>
                  <a:srgbClr val="24372F"/>
                </a:solidFill>
                <a:latin typeface="Arial"/>
                <a:ea typeface="Arial"/>
                <a:cs typeface="Arial"/>
              </a:defRPr>
            </a:lvl2pPr>
            <a:lvl3pPr>
              <a:defRPr sz="1800" b="0">
                <a:solidFill>
                  <a:srgbClr val="24372F"/>
                </a:solidFill>
                <a:latin typeface="Arial"/>
                <a:ea typeface="Arial"/>
                <a:cs typeface="Arial"/>
              </a:defRPr>
            </a:lvl3pPr>
            <a:lvl4pPr>
              <a:defRPr sz="1800" b="0">
                <a:solidFill>
                  <a:srgbClr val="24372F"/>
                </a:solidFill>
                <a:latin typeface="Arial"/>
                <a:ea typeface="Arial"/>
                <a:cs typeface="Arial"/>
              </a:defRPr>
            </a:lvl4pPr>
            <a:lvl5pPr>
              <a:defRPr sz="1800" b="0">
                <a:solidFill>
                  <a:srgbClr val="24372F"/>
                </a:solidFill>
                <a:latin typeface="Arial"/>
                <a:ea typeface="Arial"/>
                <a:cs typeface="Arial"/>
              </a:defRPr>
            </a:lvl5pPr>
            <a:lvl6pPr>
              <a:defRPr sz="1800" b="0">
                <a:solidFill>
                  <a:srgbClr val="24372F"/>
                </a:solidFill>
                <a:latin typeface="Arial"/>
                <a:ea typeface="Arial"/>
                <a:cs typeface="Arial"/>
              </a:defRPr>
            </a:lvl6pPr>
            <a:lvl7pPr>
              <a:defRPr sz="1800" b="0">
                <a:solidFill>
                  <a:srgbClr val="24372F"/>
                </a:solidFill>
                <a:latin typeface="Arial"/>
                <a:ea typeface="Arial"/>
                <a:cs typeface="Arial"/>
              </a:defRPr>
            </a:lvl7pPr>
            <a:lvl8pPr>
              <a:defRPr sz="1800" b="0">
                <a:solidFill>
                  <a:srgbClr val="24372F"/>
                </a:solidFill>
                <a:latin typeface="Arial"/>
                <a:ea typeface="Arial"/>
                <a:cs typeface="Arial"/>
              </a:defRPr>
            </a:lvl8pPr>
            <a:lvl9pPr>
              <a:defRPr sz="1800" b="0">
                <a:solidFill>
                  <a:srgbClr val="24372F"/>
                </a:solidFill>
                <a:latin typeface="Arial"/>
                <a:ea typeface="Arial"/>
                <a:cs typeface="Arial"/>
              </a:defRPr>
            </a:lvl9pPr>
          </a:lstStyle>
          <a:p xmlns:a="http://schemas.openxmlformats.org/drawingml/2006/main">
            <a:pPr>
              <a:defRPr sz="1800" b="0">
                <a:solidFill>
                  <a:srgbClr val="24372F"/>
                </a:solidFill>
                <a:latin typeface="Arial"/>
                <a:ea typeface="Arial"/>
                <a:cs typeface="Arial"/>
              </a:defRPr>
            </a:pPr>
            <a:r>
              <a:rPr sz="1800" b="0">
                <a:solidFill>
                  <a:srgbClr val="24372F"/>
                </a:solidFill>
                <a:latin typeface="Arial"/>
                <a:ea typeface="Arial"/>
                <a:cs typeface="Arial"/>
              </a:rPr>
              <a:t>Apple separates its headline from details by size and weight. Recall uses a 31 px heading, then smaller guidance, so a new user can find the photo picker quickly.</a:t>
            </a:r>
          </a:p>
        </p:txBody>
      </p:sp>
      <p:sp>
        <p:nvSpPr>
          <p:cNvPr id="16" name="">
            <a:extLst xmlns:a="http://schemas.openxmlformats.org/drawingml/2006/main">
              <a:ext uri="{FF2B5EF4-FFF2-40B4-BE49-F238E27FC236}">
                <a16:creationId xmlns:a16="http://schemas.microsoft.com/office/drawing/2014/main" id="{5DE0114B-A22F-4E30-A1E6-BE80AB988D06}"/>
              </a:ext>
            </a:extLst>
          </p:cNvPr>
          <p:cNvSpPr>
            <a:spLocks xmlns:a="http://schemas.openxmlformats.org/drawingml/2006/main" noGrp="1"/>
          </p:cNvSpPr>
          <p:nvPr/>
        </p:nvSpPr>
        <p:spPr>
          <a:xfrm xmlns:a="http://schemas.openxmlformats.org/drawingml/2006/main">
            <a:off x="9906000" y="6076950"/>
            <a:ext cx="476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214F3C"/>
                </a:solidFill>
                <a:latin typeface="Arial"/>
                <a:ea typeface="Arial"/>
                <a:cs typeface="Arial"/>
              </a:defRPr>
            </a:defPPr>
            <a:lvl1pPr>
              <a:defRPr sz="2100" b="1">
                <a:solidFill>
                  <a:srgbClr val="214F3C"/>
                </a:solidFill>
                <a:latin typeface="Arial"/>
                <a:ea typeface="Arial"/>
                <a:cs typeface="Arial"/>
              </a:defRPr>
            </a:lvl1pPr>
            <a:lvl2pPr>
              <a:defRPr sz="2100" b="1">
                <a:solidFill>
                  <a:srgbClr val="214F3C"/>
                </a:solidFill>
                <a:latin typeface="Arial"/>
                <a:ea typeface="Arial"/>
                <a:cs typeface="Arial"/>
              </a:defRPr>
            </a:lvl2pPr>
            <a:lvl3pPr>
              <a:defRPr sz="2100" b="1">
                <a:solidFill>
                  <a:srgbClr val="214F3C"/>
                </a:solidFill>
                <a:latin typeface="Arial"/>
                <a:ea typeface="Arial"/>
                <a:cs typeface="Arial"/>
              </a:defRPr>
            </a:lvl3pPr>
            <a:lvl4pPr>
              <a:defRPr sz="2100" b="1">
                <a:solidFill>
                  <a:srgbClr val="214F3C"/>
                </a:solidFill>
                <a:latin typeface="Arial"/>
                <a:ea typeface="Arial"/>
                <a:cs typeface="Arial"/>
              </a:defRPr>
            </a:lvl4pPr>
            <a:lvl5pPr>
              <a:defRPr sz="2100" b="1">
                <a:solidFill>
                  <a:srgbClr val="214F3C"/>
                </a:solidFill>
                <a:latin typeface="Arial"/>
                <a:ea typeface="Arial"/>
                <a:cs typeface="Arial"/>
              </a:defRPr>
            </a:lvl5pPr>
            <a:lvl6pPr>
              <a:defRPr sz="2100" b="1">
                <a:solidFill>
                  <a:srgbClr val="214F3C"/>
                </a:solidFill>
                <a:latin typeface="Arial"/>
                <a:ea typeface="Arial"/>
                <a:cs typeface="Arial"/>
              </a:defRPr>
            </a:lvl6pPr>
            <a:lvl7pPr>
              <a:defRPr sz="2100" b="1">
                <a:solidFill>
                  <a:srgbClr val="214F3C"/>
                </a:solidFill>
                <a:latin typeface="Arial"/>
                <a:ea typeface="Arial"/>
                <a:cs typeface="Arial"/>
              </a:defRPr>
            </a:lvl7pPr>
            <a:lvl8pPr>
              <a:defRPr sz="2100" b="1">
                <a:solidFill>
                  <a:srgbClr val="214F3C"/>
                </a:solidFill>
                <a:latin typeface="Arial"/>
                <a:ea typeface="Arial"/>
                <a:cs typeface="Arial"/>
              </a:defRPr>
            </a:lvl8pPr>
            <a:lvl9pPr>
              <a:defRPr sz="2100" b="1">
                <a:solidFill>
                  <a:srgbClr val="214F3C"/>
                </a:solidFill>
                <a:latin typeface="Arial"/>
                <a:ea typeface="Arial"/>
                <a:cs typeface="Arial"/>
              </a:defRPr>
            </a:lvl9pPr>
          </a:lstStyle>
          <a:p xmlns:a="http://schemas.openxmlformats.org/drawingml/2006/main">
            <a:pPr>
              <a:defRPr sz="2100" b="1">
                <a:solidFill>
                  <a:srgbClr val="214F3C"/>
                </a:solidFill>
                <a:latin typeface="Arial"/>
                <a:ea typeface="Arial"/>
                <a:cs typeface="Arial"/>
              </a:defRPr>
            </a:pPr>
            <a:r>
              <a:rPr sz="2100" b="1">
                <a:solidFill>
                  <a:srgbClr val="214F3C"/>
                </a:solidFill>
                <a:latin typeface="Arial"/>
                <a:ea typeface="Arial"/>
                <a:cs typeface="Arial"/>
              </a:rPr>
              <a:t>Type suited to each task</a:t>
            </a:r>
          </a:p>
        </p:txBody>
      </p:sp>
      <p:sp>
        <p:nvSpPr>
          <p:cNvPr id="17" name="">
            <a:extLst xmlns:a="http://schemas.openxmlformats.org/drawingml/2006/main">
              <a:ext uri="{FF2B5EF4-FFF2-40B4-BE49-F238E27FC236}">
                <a16:creationId xmlns:a16="http://schemas.microsoft.com/office/drawing/2014/main" id="{0F717CFF-CE01-421E-BA91-30240B4A4BE7}"/>
              </a:ext>
            </a:extLst>
          </p:cNvPr>
          <p:cNvSpPr>
            <a:spLocks xmlns:a="http://schemas.openxmlformats.org/drawingml/2006/main" noGrp="1"/>
          </p:cNvSpPr>
          <p:nvPr/>
        </p:nvSpPr>
        <p:spPr>
          <a:xfrm xmlns:a="http://schemas.openxmlformats.org/drawingml/2006/main">
            <a:off x="9906000" y="6496050"/>
            <a:ext cx="4762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24372F"/>
                </a:solidFill>
                <a:latin typeface="Arial"/>
                <a:ea typeface="Arial"/>
                <a:cs typeface="Arial"/>
              </a:defRPr>
            </a:defPPr>
            <a:lvl1pPr>
              <a:defRPr sz="1800" b="0">
                <a:solidFill>
                  <a:srgbClr val="24372F"/>
                </a:solidFill>
                <a:latin typeface="Arial"/>
                <a:ea typeface="Arial"/>
                <a:cs typeface="Arial"/>
              </a:defRPr>
            </a:lvl1pPr>
            <a:lvl2pPr>
              <a:defRPr sz="1800" b="0">
                <a:solidFill>
                  <a:srgbClr val="24372F"/>
                </a:solidFill>
                <a:latin typeface="Arial"/>
                <a:ea typeface="Arial"/>
                <a:cs typeface="Arial"/>
              </a:defRPr>
            </a:lvl2pPr>
            <a:lvl3pPr>
              <a:defRPr sz="1800" b="0">
                <a:solidFill>
                  <a:srgbClr val="24372F"/>
                </a:solidFill>
                <a:latin typeface="Arial"/>
                <a:ea typeface="Arial"/>
                <a:cs typeface="Arial"/>
              </a:defRPr>
            </a:lvl3pPr>
            <a:lvl4pPr>
              <a:defRPr sz="1800" b="0">
                <a:solidFill>
                  <a:srgbClr val="24372F"/>
                </a:solidFill>
                <a:latin typeface="Arial"/>
                <a:ea typeface="Arial"/>
                <a:cs typeface="Arial"/>
              </a:defRPr>
            </a:lvl4pPr>
            <a:lvl5pPr>
              <a:defRPr sz="1800" b="0">
                <a:solidFill>
                  <a:srgbClr val="24372F"/>
                </a:solidFill>
                <a:latin typeface="Arial"/>
                <a:ea typeface="Arial"/>
                <a:cs typeface="Arial"/>
              </a:defRPr>
            </a:lvl5pPr>
            <a:lvl6pPr>
              <a:defRPr sz="1800" b="0">
                <a:solidFill>
                  <a:srgbClr val="24372F"/>
                </a:solidFill>
                <a:latin typeface="Arial"/>
                <a:ea typeface="Arial"/>
                <a:cs typeface="Arial"/>
              </a:defRPr>
            </a:lvl6pPr>
            <a:lvl7pPr>
              <a:defRPr sz="1800" b="0">
                <a:solidFill>
                  <a:srgbClr val="24372F"/>
                </a:solidFill>
                <a:latin typeface="Arial"/>
                <a:ea typeface="Arial"/>
                <a:cs typeface="Arial"/>
              </a:defRPr>
            </a:lvl7pPr>
            <a:lvl8pPr>
              <a:defRPr sz="1800" b="0">
                <a:solidFill>
                  <a:srgbClr val="24372F"/>
                </a:solidFill>
                <a:latin typeface="Arial"/>
                <a:ea typeface="Arial"/>
                <a:cs typeface="Arial"/>
              </a:defRPr>
            </a:lvl8pPr>
            <a:lvl9pPr>
              <a:defRPr sz="1800" b="0">
                <a:solidFill>
                  <a:srgbClr val="24372F"/>
                </a:solidFill>
                <a:latin typeface="Arial"/>
                <a:ea typeface="Arial"/>
                <a:cs typeface="Arial"/>
              </a:defRPr>
            </a:lvl9pPr>
          </a:lstStyle>
          <a:p xmlns:a="http://schemas.openxmlformats.org/drawingml/2006/main">
            <a:pPr>
              <a:defRPr sz="1800" b="0">
                <a:solidFill>
                  <a:srgbClr val="24372F"/>
                </a:solidFill>
                <a:latin typeface="Arial"/>
                <a:ea typeface="Arial"/>
                <a:cs typeface="Arial"/>
              </a:defRPr>
            </a:pPr>
            <a:r>
              <a:rPr sz="1800" b="0">
                <a:solidFill>
                  <a:srgbClr val="24372F"/>
                </a:solidFill>
                <a:latin typeface="Arial"/>
                <a:ea typeface="Arial"/>
                <a:cs typeface="Arial"/>
              </a:rPr>
              <a:t>System sans-serif text keeps controls consistent with the device. The 16 px search text supports reading and editing longer queries. The serif stays in the wordmark to keep forms simple.</a:t>
            </a:r>
          </a:p>
        </p:txBody>
      </p:sp>
    </p:spTree>
    <p:extLst>
      <p:ext uri="{BB962C8B-B14F-4D97-AF65-F5344CB8AC3E}">
        <p14:creationId xmlns:p14="http://schemas.microsoft.com/office/powerpoint/2010/main" val="992027486"/>
      </p:ext>
    </p:extLst>
  </p:cSld>
</p:sld>
</file>

<file path=ppt/slides/slide2.xml><?xml version="1.0" encoding="utf-8"?>
<p:sld xmlns:p="http://schemas.openxmlformats.org/presentationml/2006/main">
  <p:cSld>
    <p:bg>
      <p:bgPr>
        <a:solidFill xmlns:a="http://schemas.openxmlformats.org/drawingml/2006/main">
          <a:srgbClr val="F5F5EE"/>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53D4B01B-A7EF-4915-AA69-2098847FAF9E}"/>
              </a:ext>
            </a:extLst>
          </p:cNvPr>
          <p:cNvSpPr>
            <a:spLocks xmlns:a="http://schemas.openxmlformats.org/drawingml/2006/main" noGrp="1"/>
          </p:cNvSpPr>
          <p:nvPr/>
        </p:nvSpPr>
        <p:spPr>
          <a:xfrm xmlns:a="http://schemas.openxmlformats.org/drawingml/2006/main">
            <a:off x="533400" y="342900"/>
            <a:ext cx="1409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900" b="1">
                <a:solidFill>
                  <a:srgbClr val="214F3C"/>
                </a:solidFill>
                <a:latin typeface="Arial"/>
                <a:ea typeface="Arial"/>
                <a:cs typeface="Arial"/>
              </a:defRPr>
            </a:defPPr>
            <a:lvl1pPr>
              <a:defRPr sz="3900" b="1">
                <a:solidFill>
                  <a:srgbClr val="214F3C"/>
                </a:solidFill>
                <a:latin typeface="Arial"/>
                <a:ea typeface="Arial"/>
                <a:cs typeface="Arial"/>
              </a:defRPr>
            </a:lvl1pPr>
            <a:lvl2pPr>
              <a:defRPr sz="3900" b="1">
                <a:solidFill>
                  <a:srgbClr val="214F3C"/>
                </a:solidFill>
                <a:latin typeface="Arial"/>
                <a:ea typeface="Arial"/>
                <a:cs typeface="Arial"/>
              </a:defRPr>
            </a:lvl2pPr>
            <a:lvl3pPr>
              <a:defRPr sz="3900" b="1">
                <a:solidFill>
                  <a:srgbClr val="214F3C"/>
                </a:solidFill>
                <a:latin typeface="Arial"/>
                <a:ea typeface="Arial"/>
                <a:cs typeface="Arial"/>
              </a:defRPr>
            </a:lvl3pPr>
            <a:lvl4pPr>
              <a:defRPr sz="3900" b="1">
                <a:solidFill>
                  <a:srgbClr val="214F3C"/>
                </a:solidFill>
                <a:latin typeface="Arial"/>
                <a:ea typeface="Arial"/>
                <a:cs typeface="Arial"/>
              </a:defRPr>
            </a:lvl4pPr>
            <a:lvl5pPr>
              <a:defRPr sz="3900" b="1">
                <a:solidFill>
                  <a:srgbClr val="214F3C"/>
                </a:solidFill>
                <a:latin typeface="Arial"/>
                <a:ea typeface="Arial"/>
                <a:cs typeface="Arial"/>
              </a:defRPr>
            </a:lvl5pPr>
            <a:lvl6pPr>
              <a:defRPr sz="3900" b="1">
                <a:solidFill>
                  <a:srgbClr val="214F3C"/>
                </a:solidFill>
                <a:latin typeface="Arial"/>
                <a:ea typeface="Arial"/>
                <a:cs typeface="Arial"/>
              </a:defRPr>
            </a:lvl6pPr>
            <a:lvl7pPr>
              <a:defRPr sz="3900" b="1">
                <a:solidFill>
                  <a:srgbClr val="214F3C"/>
                </a:solidFill>
                <a:latin typeface="Arial"/>
                <a:ea typeface="Arial"/>
                <a:cs typeface="Arial"/>
              </a:defRPr>
            </a:lvl7pPr>
            <a:lvl8pPr>
              <a:defRPr sz="3900" b="1">
                <a:solidFill>
                  <a:srgbClr val="214F3C"/>
                </a:solidFill>
                <a:latin typeface="Arial"/>
                <a:ea typeface="Arial"/>
                <a:cs typeface="Arial"/>
              </a:defRPr>
            </a:lvl8pPr>
            <a:lvl9pPr>
              <a:defRPr sz="3900" b="1">
                <a:solidFill>
                  <a:srgbClr val="214F3C"/>
                </a:solidFill>
                <a:latin typeface="Arial"/>
                <a:ea typeface="Arial"/>
                <a:cs typeface="Arial"/>
              </a:defRPr>
            </a:lvl9pPr>
          </a:lstStyle>
          <a:p xmlns:a="http://schemas.openxmlformats.org/drawingml/2006/main">
            <a:pPr>
              <a:defRPr sz="3900" b="1">
                <a:solidFill>
                  <a:srgbClr val="214F3C"/>
                </a:solidFill>
                <a:latin typeface="Arial"/>
                <a:ea typeface="Arial"/>
                <a:cs typeface="Arial"/>
              </a:defRPr>
            </a:pPr>
            <a:r>
              <a:rPr sz="3900" b="1">
                <a:solidFill>
                  <a:srgbClr val="214F3C"/>
                </a:solidFill>
                <a:latin typeface="Arial"/>
                <a:ea typeface="Arial"/>
                <a:cs typeface="Arial"/>
              </a:rPr>
              <a:t>Color</a:t>
            </a:r>
          </a:p>
        </p:txBody>
      </p:sp>
      <p:sp>
        <p:nvSpPr>
          <p:cNvPr id="2" name="">
            <a:extLst xmlns:a="http://schemas.openxmlformats.org/drawingml/2006/main">
              <a:ext uri="{FF2B5EF4-FFF2-40B4-BE49-F238E27FC236}">
                <a16:creationId xmlns:a16="http://schemas.microsoft.com/office/drawing/2014/main" id="{235CADB3-FD17-486D-A93C-EC8C6F7A9D89}"/>
              </a:ext>
            </a:extLst>
          </p:cNvPr>
          <p:cNvSpPr>
            <a:spLocks xmlns:a="http://schemas.openxmlformats.org/drawingml/2006/main" noGrp="1"/>
          </p:cNvSpPr>
          <p:nvPr/>
        </p:nvSpPr>
        <p:spPr>
          <a:xfrm xmlns:a="http://schemas.openxmlformats.org/drawingml/2006/main">
            <a:off x="533400" y="1028700"/>
            <a:ext cx="1409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24372F"/>
                </a:solidFill>
                <a:latin typeface="Arial"/>
                <a:ea typeface="Arial"/>
                <a:cs typeface="Arial"/>
              </a:defRPr>
            </a:defPPr>
            <a:lvl1pPr>
              <a:defRPr sz="1950" b="0">
                <a:solidFill>
                  <a:srgbClr val="24372F"/>
                </a:solidFill>
                <a:latin typeface="Arial"/>
                <a:ea typeface="Arial"/>
                <a:cs typeface="Arial"/>
              </a:defRPr>
            </a:lvl1pPr>
            <a:lvl2pPr>
              <a:defRPr sz="1950" b="0">
                <a:solidFill>
                  <a:srgbClr val="24372F"/>
                </a:solidFill>
                <a:latin typeface="Arial"/>
                <a:ea typeface="Arial"/>
                <a:cs typeface="Arial"/>
              </a:defRPr>
            </a:lvl2pPr>
            <a:lvl3pPr>
              <a:defRPr sz="1950" b="0">
                <a:solidFill>
                  <a:srgbClr val="24372F"/>
                </a:solidFill>
                <a:latin typeface="Arial"/>
                <a:ea typeface="Arial"/>
                <a:cs typeface="Arial"/>
              </a:defRPr>
            </a:lvl3pPr>
            <a:lvl4pPr>
              <a:defRPr sz="1950" b="0">
                <a:solidFill>
                  <a:srgbClr val="24372F"/>
                </a:solidFill>
                <a:latin typeface="Arial"/>
                <a:ea typeface="Arial"/>
                <a:cs typeface="Arial"/>
              </a:defRPr>
            </a:lvl4pPr>
            <a:lvl5pPr>
              <a:defRPr sz="1950" b="0">
                <a:solidFill>
                  <a:srgbClr val="24372F"/>
                </a:solidFill>
                <a:latin typeface="Arial"/>
                <a:ea typeface="Arial"/>
                <a:cs typeface="Arial"/>
              </a:defRPr>
            </a:lvl5pPr>
            <a:lvl6pPr>
              <a:defRPr sz="1950" b="0">
                <a:solidFill>
                  <a:srgbClr val="24372F"/>
                </a:solidFill>
                <a:latin typeface="Arial"/>
                <a:ea typeface="Arial"/>
                <a:cs typeface="Arial"/>
              </a:defRPr>
            </a:lvl6pPr>
            <a:lvl7pPr>
              <a:defRPr sz="1950" b="0">
                <a:solidFill>
                  <a:srgbClr val="24372F"/>
                </a:solidFill>
                <a:latin typeface="Arial"/>
                <a:ea typeface="Arial"/>
                <a:cs typeface="Arial"/>
              </a:defRPr>
            </a:lvl7pPr>
            <a:lvl8pPr>
              <a:defRPr sz="1950" b="0">
                <a:solidFill>
                  <a:srgbClr val="24372F"/>
                </a:solidFill>
                <a:latin typeface="Arial"/>
                <a:ea typeface="Arial"/>
                <a:cs typeface="Arial"/>
              </a:defRPr>
            </a:lvl8pPr>
            <a:lvl9pPr>
              <a:defRPr sz="1950" b="0">
                <a:solidFill>
                  <a:srgbClr val="24372F"/>
                </a:solidFill>
                <a:latin typeface="Arial"/>
                <a:ea typeface="Arial"/>
                <a:cs typeface="Arial"/>
              </a:defRPr>
            </a:lvl9pPr>
          </a:lstStyle>
          <a:p xmlns:a="http://schemas.openxmlformats.org/drawingml/2006/main">
            <a:pPr>
              <a:defRPr sz="1950" b="0">
                <a:solidFill>
                  <a:srgbClr val="24372F"/>
                </a:solidFill>
                <a:latin typeface="Arial"/>
                <a:ea typeface="Arial"/>
                <a:cs typeface="Arial"/>
              </a:defRPr>
            </a:pPr>
            <a:r>
              <a:rPr sz="1950" b="0">
                <a:solidFill>
                  <a:srgbClr val="24372F"/>
                </a:solidFill>
                <a:latin typeface="Arial"/>
                <a:ea typeface="Arial"/>
                <a:cs typeface="Arial"/>
              </a:rPr>
              <a:t>Quiet surfaces and a visible next action</a:t>
            </a:r>
          </a:p>
        </p:txBody>
      </p:sp>
      <p:sp>
        <p:nvSpPr>
          <p:cNvPr id="3" name="">
            <a:extLst xmlns:a="http://schemas.openxmlformats.org/drawingml/2006/main">
              <a:ext uri="{FF2B5EF4-FFF2-40B4-BE49-F238E27FC236}">
                <a16:creationId xmlns:a16="http://schemas.microsoft.com/office/drawing/2014/main" id="{3C0F041A-57D2-4750-859C-56E00E3B50F3}"/>
              </a:ext>
            </a:extLst>
          </p:cNvPr>
          <p:cNvSpPr>
            <a:spLocks xmlns:a="http://schemas.openxmlformats.org/drawingml/2006/main" noGrp="1"/>
          </p:cNvSpPr>
          <p:nvPr/>
        </p:nvSpPr>
        <p:spPr>
          <a:xfrm xmlns:a="http://schemas.openxmlformats.org/drawingml/2006/main">
            <a:off x="533400" y="8115300"/>
            <a:ext cx="1143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626D64"/>
                </a:solidFill>
                <a:latin typeface="Arial"/>
                <a:ea typeface="Arial"/>
                <a:cs typeface="Arial"/>
              </a:defRPr>
            </a:defPPr>
            <a:lvl1pPr>
              <a:defRPr sz="1350" b="0">
                <a:solidFill>
                  <a:srgbClr val="626D64"/>
                </a:solidFill>
                <a:latin typeface="Arial"/>
                <a:ea typeface="Arial"/>
                <a:cs typeface="Arial"/>
              </a:defRPr>
            </a:lvl1pPr>
            <a:lvl2pPr>
              <a:defRPr sz="1350" b="0">
                <a:solidFill>
                  <a:srgbClr val="626D64"/>
                </a:solidFill>
                <a:latin typeface="Arial"/>
                <a:ea typeface="Arial"/>
                <a:cs typeface="Arial"/>
              </a:defRPr>
            </a:lvl2pPr>
            <a:lvl3pPr>
              <a:defRPr sz="1350" b="0">
                <a:solidFill>
                  <a:srgbClr val="626D64"/>
                </a:solidFill>
                <a:latin typeface="Arial"/>
                <a:ea typeface="Arial"/>
                <a:cs typeface="Arial"/>
              </a:defRPr>
            </a:lvl3pPr>
            <a:lvl4pPr>
              <a:defRPr sz="1350" b="0">
                <a:solidFill>
                  <a:srgbClr val="626D64"/>
                </a:solidFill>
                <a:latin typeface="Arial"/>
                <a:ea typeface="Arial"/>
                <a:cs typeface="Arial"/>
              </a:defRPr>
            </a:lvl4pPr>
            <a:lvl5pPr>
              <a:defRPr sz="1350" b="0">
                <a:solidFill>
                  <a:srgbClr val="626D64"/>
                </a:solidFill>
                <a:latin typeface="Arial"/>
                <a:ea typeface="Arial"/>
                <a:cs typeface="Arial"/>
              </a:defRPr>
            </a:lvl5pPr>
            <a:lvl6pPr>
              <a:defRPr sz="1350" b="0">
                <a:solidFill>
                  <a:srgbClr val="626D64"/>
                </a:solidFill>
                <a:latin typeface="Arial"/>
                <a:ea typeface="Arial"/>
                <a:cs typeface="Arial"/>
              </a:defRPr>
            </a:lvl6pPr>
            <a:lvl7pPr>
              <a:defRPr sz="1350" b="0">
                <a:solidFill>
                  <a:srgbClr val="626D64"/>
                </a:solidFill>
                <a:latin typeface="Arial"/>
                <a:ea typeface="Arial"/>
                <a:cs typeface="Arial"/>
              </a:defRPr>
            </a:lvl7pPr>
            <a:lvl8pPr>
              <a:defRPr sz="1350" b="0">
                <a:solidFill>
                  <a:srgbClr val="626D64"/>
                </a:solidFill>
                <a:latin typeface="Arial"/>
                <a:ea typeface="Arial"/>
                <a:cs typeface="Arial"/>
              </a:defRPr>
            </a:lvl8pPr>
            <a:lvl9pPr>
              <a:defRPr sz="1350" b="0">
                <a:solidFill>
                  <a:srgbClr val="626D64"/>
                </a:solidFill>
                <a:latin typeface="Arial"/>
                <a:ea typeface="Arial"/>
                <a:cs typeface="Arial"/>
              </a:defRPr>
            </a:lvl9pPr>
          </a:lstStyle>
          <a:p xmlns:a="http://schemas.openxmlformats.org/drawingml/2006/main">
            <a:pPr>
              <a:defRPr sz="1350" b="0">
                <a:solidFill>
                  <a:srgbClr val="626D64"/>
                </a:solidFill>
                <a:latin typeface="Arial"/>
                <a:ea typeface="Arial"/>
                <a:cs typeface="Arial"/>
              </a:defRPr>
            </a:pPr>
            <a:r>
              <a:rPr sz="1350" b="0">
                <a:solidFill>
                  <a:srgbClr val="626D64"/>
                </a:solidFill>
                <a:latin typeface="Arial"/>
                <a:ea typeface="Arial"/>
                <a:cs typeface="Arial"/>
              </a:rPr>
              <a:t>Recall / Visual design study / 2</a:t>
            </a:r>
          </a:p>
        </p:txBody>
      </p:sp>
      <p:pic>
        <p:nvPicPr>
          <p:cNvPr id="4" name="">
            <a:extLst xmlns:a="http://schemas.openxmlformats.org/drawingml/2006/main">
              <a:ext uri="{FF2B5EF4-FFF2-40B4-BE49-F238E27FC236}">
                <a16:creationId xmlns:a16="http://schemas.microsoft.com/office/drawing/2014/main" id="{2B137E4B-650B-455D-AE04-FB42ACBD4A89}"/>
              </a:ext>
            </a:extLst>
          </p:cNvPr>
          <p:cNvPicPr>
            <a:picLocks xmlns:a="http://schemas.openxmlformats.org/drawingml/2006/main" noChangeAspect="1"/>
          </p:cNvPicPr>
          <p:nvPr/>
        </p:nvPicPr>
        <p:blipFill>
          <a:blip xmlns:r="http://schemas.openxmlformats.org/officeDocument/2006/relationships" xmlns:a="http://schemas.openxmlformats.org/drawingml/2006/main" r:embed="R9328d332c6154ee8"/>
          <a:srcRect xmlns:a="http://schemas.openxmlformats.org/drawingml/2006/main" l="1858" t="0" r="1858" b="0"/>
          <a:stretch xmlns:a="http://schemas.openxmlformats.org/drawingml/2006/main">
            <a:fillRect l="0" t="0" r="0" b="0"/>
          </a:stretch>
        </p:blipFill>
        <p:spPr>
          <a:xfrm xmlns:a="http://schemas.openxmlformats.org/drawingml/2006/main">
            <a:off x="533400" y="1657350"/>
            <a:ext cx="3619500" cy="21145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122A23C7-D4F2-44FC-AA61-7656B384395F}"/>
              </a:ext>
            </a:extLst>
          </p:cNvPr>
          <p:cNvSpPr>
            <a:spLocks xmlns:a="http://schemas.openxmlformats.org/drawingml/2006/main" noGrp="1"/>
          </p:cNvSpPr>
          <p:nvPr/>
        </p:nvSpPr>
        <p:spPr>
          <a:xfrm xmlns:a="http://schemas.openxmlformats.org/drawingml/2006/main">
            <a:off x="533400" y="3895725"/>
            <a:ext cx="3619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24372F"/>
                </a:solidFill>
                <a:latin typeface="Arial"/>
                <a:ea typeface="Arial"/>
                <a:cs typeface="Arial"/>
              </a:defRPr>
            </a:defPPr>
            <a:lvl1pPr>
              <a:defRPr sz="1800" b="1">
                <a:solidFill>
                  <a:srgbClr val="24372F"/>
                </a:solidFill>
                <a:latin typeface="Arial"/>
                <a:ea typeface="Arial"/>
                <a:cs typeface="Arial"/>
              </a:defRPr>
            </a:lvl1pPr>
            <a:lvl2pPr>
              <a:defRPr sz="1800" b="1">
                <a:solidFill>
                  <a:srgbClr val="24372F"/>
                </a:solidFill>
                <a:latin typeface="Arial"/>
                <a:ea typeface="Arial"/>
                <a:cs typeface="Arial"/>
              </a:defRPr>
            </a:lvl2pPr>
            <a:lvl3pPr>
              <a:defRPr sz="1800" b="1">
                <a:solidFill>
                  <a:srgbClr val="24372F"/>
                </a:solidFill>
                <a:latin typeface="Arial"/>
                <a:ea typeface="Arial"/>
                <a:cs typeface="Arial"/>
              </a:defRPr>
            </a:lvl3pPr>
            <a:lvl4pPr>
              <a:defRPr sz="1800" b="1">
                <a:solidFill>
                  <a:srgbClr val="24372F"/>
                </a:solidFill>
                <a:latin typeface="Arial"/>
                <a:ea typeface="Arial"/>
                <a:cs typeface="Arial"/>
              </a:defRPr>
            </a:lvl4pPr>
            <a:lvl5pPr>
              <a:defRPr sz="1800" b="1">
                <a:solidFill>
                  <a:srgbClr val="24372F"/>
                </a:solidFill>
                <a:latin typeface="Arial"/>
                <a:ea typeface="Arial"/>
                <a:cs typeface="Arial"/>
              </a:defRPr>
            </a:lvl5pPr>
            <a:lvl6pPr>
              <a:defRPr sz="1800" b="1">
                <a:solidFill>
                  <a:srgbClr val="24372F"/>
                </a:solidFill>
                <a:latin typeface="Arial"/>
                <a:ea typeface="Arial"/>
                <a:cs typeface="Arial"/>
              </a:defRPr>
            </a:lvl6pPr>
            <a:lvl7pPr>
              <a:defRPr sz="1800" b="1">
                <a:solidFill>
                  <a:srgbClr val="24372F"/>
                </a:solidFill>
                <a:latin typeface="Arial"/>
                <a:ea typeface="Arial"/>
                <a:cs typeface="Arial"/>
              </a:defRPr>
            </a:lvl7pPr>
            <a:lvl8pPr>
              <a:defRPr sz="1800" b="1">
                <a:solidFill>
                  <a:srgbClr val="24372F"/>
                </a:solidFill>
                <a:latin typeface="Arial"/>
                <a:ea typeface="Arial"/>
                <a:cs typeface="Arial"/>
              </a:defRPr>
            </a:lvl8pPr>
            <a:lvl9pPr>
              <a:defRPr sz="1800" b="1">
                <a:solidFill>
                  <a:srgbClr val="24372F"/>
                </a:solidFill>
                <a:latin typeface="Arial"/>
                <a:ea typeface="Arial"/>
                <a:cs typeface="Arial"/>
              </a:defRPr>
            </a:lvl9pPr>
          </a:lstStyle>
          <a:p xmlns:a="http://schemas.openxmlformats.org/drawingml/2006/main">
            <a:pPr>
              <a:defRPr sz="1800" b="1">
                <a:solidFill>
                  <a:srgbClr val="24372F"/>
                </a:solidFill>
                <a:latin typeface="Arial"/>
                <a:ea typeface="Arial"/>
                <a:cs typeface="Arial"/>
              </a:defRPr>
            </a:pPr>
            <a:r>
              <a:rPr sz="1800" b="1">
                <a:solidFill>
                  <a:srgbClr val="24372F"/>
                </a:solidFill>
                <a:latin typeface="Arial"/>
                <a:ea typeface="Arial"/>
                <a:cs typeface="Arial"/>
              </a:rPr>
              <a:t>[3] Starbucks website</a:t>
            </a:r>
          </a:p>
        </p:txBody>
      </p:sp>
      <p:sp>
        <p:nvSpPr>
          <p:cNvPr id="6" name="">
            <a:extLst xmlns:a="http://schemas.openxmlformats.org/drawingml/2006/main">
              <a:ext uri="{FF2B5EF4-FFF2-40B4-BE49-F238E27FC236}">
                <a16:creationId xmlns:a16="http://schemas.microsoft.com/office/drawing/2014/main" id="{47D86C36-0ECC-4BF1-80DF-DB905EA6EFE4}"/>
              </a:ext>
            </a:extLst>
          </p:cNvPr>
          <p:cNvSpPr>
            <a:spLocks xmlns:a="http://schemas.openxmlformats.org/drawingml/2006/main" noGrp="1"/>
          </p:cNvSpPr>
          <p:nvPr/>
        </p:nvSpPr>
        <p:spPr>
          <a:xfrm xmlns:a="http://schemas.openxmlformats.org/drawingml/2006/main">
            <a:off x="533400" y="4238625"/>
            <a:ext cx="3619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24372F"/>
                </a:solidFill>
                <a:latin typeface="Arial"/>
                <a:ea typeface="Arial"/>
                <a:cs typeface="Arial"/>
              </a:defRPr>
            </a:defPPr>
            <a:lvl1pPr>
              <a:defRPr sz="1800" b="0">
                <a:solidFill>
                  <a:srgbClr val="24372F"/>
                </a:solidFill>
                <a:latin typeface="Arial"/>
                <a:ea typeface="Arial"/>
                <a:cs typeface="Arial"/>
              </a:defRPr>
            </a:lvl1pPr>
            <a:lvl2pPr>
              <a:defRPr sz="1800" b="0">
                <a:solidFill>
                  <a:srgbClr val="24372F"/>
                </a:solidFill>
                <a:latin typeface="Arial"/>
                <a:ea typeface="Arial"/>
                <a:cs typeface="Arial"/>
              </a:defRPr>
            </a:lvl2pPr>
            <a:lvl3pPr>
              <a:defRPr sz="1800" b="0">
                <a:solidFill>
                  <a:srgbClr val="24372F"/>
                </a:solidFill>
                <a:latin typeface="Arial"/>
                <a:ea typeface="Arial"/>
                <a:cs typeface="Arial"/>
              </a:defRPr>
            </a:lvl3pPr>
            <a:lvl4pPr>
              <a:defRPr sz="1800" b="0">
                <a:solidFill>
                  <a:srgbClr val="24372F"/>
                </a:solidFill>
                <a:latin typeface="Arial"/>
                <a:ea typeface="Arial"/>
                <a:cs typeface="Arial"/>
              </a:defRPr>
            </a:lvl4pPr>
            <a:lvl5pPr>
              <a:defRPr sz="1800" b="0">
                <a:solidFill>
                  <a:srgbClr val="24372F"/>
                </a:solidFill>
                <a:latin typeface="Arial"/>
                <a:ea typeface="Arial"/>
                <a:cs typeface="Arial"/>
              </a:defRPr>
            </a:lvl5pPr>
            <a:lvl6pPr>
              <a:defRPr sz="1800" b="0">
                <a:solidFill>
                  <a:srgbClr val="24372F"/>
                </a:solidFill>
                <a:latin typeface="Arial"/>
                <a:ea typeface="Arial"/>
                <a:cs typeface="Arial"/>
              </a:defRPr>
            </a:lvl6pPr>
            <a:lvl7pPr>
              <a:defRPr sz="1800" b="0">
                <a:solidFill>
                  <a:srgbClr val="24372F"/>
                </a:solidFill>
                <a:latin typeface="Arial"/>
                <a:ea typeface="Arial"/>
                <a:cs typeface="Arial"/>
              </a:defRPr>
            </a:lvl7pPr>
            <a:lvl8pPr>
              <a:defRPr sz="1800" b="0">
                <a:solidFill>
                  <a:srgbClr val="24372F"/>
                </a:solidFill>
                <a:latin typeface="Arial"/>
                <a:ea typeface="Arial"/>
                <a:cs typeface="Arial"/>
              </a:defRPr>
            </a:lvl8pPr>
            <a:lvl9pPr>
              <a:defRPr sz="1800" b="0">
                <a:solidFill>
                  <a:srgbClr val="24372F"/>
                </a:solidFill>
                <a:latin typeface="Arial"/>
                <a:ea typeface="Arial"/>
                <a:cs typeface="Arial"/>
              </a:defRPr>
            </a:lvl9pPr>
          </a:lstStyle>
          <a:p xmlns:a="http://schemas.openxmlformats.org/drawingml/2006/main">
            <a:pPr>
              <a:defRPr sz="1800" b="0">
                <a:solidFill>
                  <a:srgbClr val="24372F"/>
                </a:solidFill>
                <a:latin typeface="Arial"/>
                <a:ea typeface="Arial"/>
                <a:cs typeface="Arial"/>
              </a:defRPr>
            </a:pPr>
            <a:r>
              <a:rPr sz="1800" b="0">
                <a:solidFill>
                  <a:srgbClr val="24372F"/>
                </a:solidFill>
                <a:latin typeface="Arial"/>
                <a:ea typeface="Arial"/>
                <a:cs typeface="Arial"/>
              </a:rPr>
              <a:t>Deep green and light space frame the drinks without competing with them.</a:t>
            </a:r>
          </a:p>
        </p:txBody>
      </p:sp>
      <p:pic>
        <p:nvPicPr>
          <p:cNvPr id="7" name="">
            <a:extLst xmlns:a="http://schemas.openxmlformats.org/drawingml/2006/main">
              <a:ext uri="{FF2B5EF4-FFF2-40B4-BE49-F238E27FC236}">
                <a16:creationId xmlns:a16="http://schemas.microsoft.com/office/drawing/2014/main" id="{C51DBACB-576D-4267-96DC-D9DDF64019CC}"/>
              </a:ext>
            </a:extLst>
          </p:cNvPr>
          <p:cNvPicPr>
            <a:picLocks xmlns:a="http://schemas.openxmlformats.org/drawingml/2006/main" noChangeAspect="1"/>
          </p:cNvPicPr>
          <p:nvPr/>
        </p:nvPicPr>
        <p:blipFill>
          <a:blip xmlns:r="http://schemas.openxmlformats.org/officeDocument/2006/relationships" xmlns:a="http://schemas.openxmlformats.org/drawingml/2006/main" r:embed="R9a71210c723346cd"/>
          <a:srcRect xmlns:a="http://schemas.openxmlformats.org/drawingml/2006/main" l="0" t="7895" r="0" b="7895"/>
          <a:stretch xmlns:a="http://schemas.openxmlformats.org/drawingml/2006/main">
            <a:fillRect l="0" t="0" r="0" b="0"/>
          </a:stretch>
        </p:blipFill>
        <p:spPr>
          <a:xfrm xmlns:a="http://schemas.openxmlformats.org/drawingml/2006/main">
            <a:off x="533400" y="5200650"/>
            <a:ext cx="3619500" cy="17145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1D1CEBB9-2AA4-4BA6-A0BF-0EE746178BB5}"/>
              </a:ext>
            </a:extLst>
          </p:cNvPr>
          <p:cNvSpPr>
            <a:spLocks xmlns:a="http://schemas.openxmlformats.org/drawingml/2006/main" noGrp="1"/>
          </p:cNvSpPr>
          <p:nvPr/>
        </p:nvSpPr>
        <p:spPr>
          <a:xfrm xmlns:a="http://schemas.openxmlformats.org/drawingml/2006/main">
            <a:off x="533400" y="7038975"/>
            <a:ext cx="3619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24372F"/>
                </a:solidFill>
                <a:latin typeface="Arial"/>
                <a:ea typeface="Arial"/>
                <a:cs typeface="Arial"/>
              </a:defRPr>
            </a:defPPr>
            <a:lvl1pPr>
              <a:defRPr sz="1800" b="1">
                <a:solidFill>
                  <a:srgbClr val="24372F"/>
                </a:solidFill>
                <a:latin typeface="Arial"/>
                <a:ea typeface="Arial"/>
                <a:cs typeface="Arial"/>
              </a:defRPr>
            </a:lvl1pPr>
            <a:lvl2pPr>
              <a:defRPr sz="1800" b="1">
                <a:solidFill>
                  <a:srgbClr val="24372F"/>
                </a:solidFill>
                <a:latin typeface="Arial"/>
                <a:ea typeface="Arial"/>
                <a:cs typeface="Arial"/>
              </a:defRPr>
            </a:lvl2pPr>
            <a:lvl3pPr>
              <a:defRPr sz="1800" b="1">
                <a:solidFill>
                  <a:srgbClr val="24372F"/>
                </a:solidFill>
                <a:latin typeface="Arial"/>
                <a:ea typeface="Arial"/>
                <a:cs typeface="Arial"/>
              </a:defRPr>
            </a:lvl3pPr>
            <a:lvl4pPr>
              <a:defRPr sz="1800" b="1">
                <a:solidFill>
                  <a:srgbClr val="24372F"/>
                </a:solidFill>
                <a:latin typeface="Arial"/>
                <a:ea typeface="Arial"/>
                <a:cs typeface="Arial"/>
              </a:defRPr>
            </a:lvl4pPr>
            <a:lvl5pPr>
              <a:defRPr sz="1800" b="1">
                <a:solidFill>
                  <a:srgbClr val="24372F"/>
                </a:solidFill>
                <a:latin typeface="Arial"/>
                <a:ea typeface="Arial"/>
                <a:cs typeface="Arial"/>
              </a:defRPr>
            </a:lvl5pPr>
            <a:lvl6pPr>
              <a:defRPr sz="1800" b="1">
                <a:solidFill>
                  <a:srgbClr val="24372F"/>
                </a:solidFill>
                <a:latin typeface="Arial"/>
                <a:ea typeface="Arial"/>
                <a:cs typeface="Arial"/>
              </a:defRPr>
            </a:lvl6pPr>
            <a:lvl7pPr>
              <a:defRPr sz="1800" b="1">
                <a:solidFill>
                  <a:srgbClr val="24372F"/>
                </a:solidFill>
                <a:latin typeface="Arial"/>
                <a:ea typeface="Arial"/>
                <a:cs typeface="Arial"/>
              </a:defRPr>
            </a:lvl7pPr>
            <a:lvl8pPr>
              <a:defRPr sz="1800" b="1">
                <a:solidFill>
                  <a:srgbClr val="24372F"/>
                </a:solidFill>
                <a:latin typeface="Arial"/>
                <a:ea typeface="Arial"/>
                <a:cs typeface="Arial"/>
              </a:defRPr>
            </a:lvl8pPr>
            <a:lvl9pPr>
              <a:defRPr sz="1800" b="1">
                <a:solidFill>
                  <a:srgbClr val="24372F"/>
                </a:solidFill>
                <a:latin typeface="Arial"/>
                <a:ea typeface="Arial"/>
                <a:cs typeface="Arial"/>
              </a:defRPr>
            </a:lvl9pPr>
          </a:lstStyle>
          <a:p xmlns:a="http://schemas.openxmlformats.org/drawingml/2006/main">
            <a:pPr>
              <a:defRPr sz="1800" b="1">
                <a:solidFill>
                  <a:srgbClr val="24372F"/>
                </a:solidFill>
                <a:latin typeface="Arial"/>
                <a:ea typeface="Arial"/>
                <a:cs typeface="Arial"/>
              </a:defRPr>
            </a:pPr>
            <a:r>
              <a:rPr sz="1800" b="1">
                <a:solidFill>
                  <a:srgbClr val="24372F"/>
                </a:solidFill>
                <a:latin typeface="Arial"/>
                <a:ea typeface="Arial"/>
                <a:cs typeface="Arial"/>
              </a:rPr>
              <a:t>[4] Yosemite, Tunnel View</a:t>
            </a:r>
          </a:p>
        </p:txBody>
      </p:sp>
      <p:sp>
        <p:nvSpPr>
          <p:cNvPr id="9" name="">
            <a:extLst xmlns:a="http://schemas.openxmlformats.org/drawingml/2006/main">
              <a:ext uri="{FF2B5EF4-FFF2-40B4-BE49-F238E27FC236}">
                <a16:creationId xmlns:a16="http://schemas.microsoft.com/office/drawing/2014/main" id="{ADD3DAC5-4423-4923-8864-EF06E54BBF9F}"/>
              </a:ext>
            </a:extLst>
          </p:cNvPr>
          <p:cNvSpPr>
            <a:spLocks xmlns:a="http://schemas.openxmlformats.org/drawingml/2006/main" noGrp="1"/>
          </p:cNvSpPr>
          <p:nvPr/>
        </p:nvSpPr>
        <p:spPr>
          <a:xfrm xmlns:a="http://schemas.openxmlformats.org/drawingml/2006/main">
            <a:off x="533400" y="7381875"/>
            <a:ext cx="3619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24372F"/>
                </a:solidFill>
                <a:latin typeface="Arial"/>
                <a:ea typeface="Arial"/>
                <a:cs typeface="Arial"/>
              </a:defRPr>
            </a:defPPr>
            <a:lvl1pPr>
              <a:defRPr sz="1800" b="0">
                <a:solidFill>
                  <a:srgbClr val="24372F"/>
                </a:solidFill>
                <a:latin typeface="Arial"/>
                <a:ea typeface="Arial"/>
                <a:cs typeface="Arial"/>
              </a:defRPr>
            </a:lvl1pPr>
            <a:lvl2pPr>
              <a:defRPr sz="1800" b="0">
                <a:solidFill>
                  <a:srgbClr val="24372F"/>
                </a:solidFill>
                <a:latin typeface="Arial"/>
                <a:ea typeface="Arial"/>
                <a:cs typeface="Arial"/>
              </a:defRPr>
            </a:lvl2pPr>
            <a:lvl3pPr>
              <a:defRPr sz="1800" b="0">
                <a:solidFill>
                  <a:srgbClr val="24372F"/>
                </a:solidFill>
                <a:latin typeface="Arial"/>
                <a:ea typeface="Arial"/>
                <a:cs typeface="Arial"/>
              </a:defRPr>
            </a:lvl3pPr>
            <a:lvl4pPr>
              <a:defRPr sz="1800" b="0">
                <a:solidFill>
                  <a:srgbClr val="24372F"/>
                </a:solidFill>
                <a:latin typeface="Arial"/>
                <a:ea typeface="Arial"/>
                <a:cs typeface="Arial"/>
              </a:defRPr>
            </a:lvl4pPr>
            <a:lvl5pPr>
              <a:defRPr sz="1800" b="0">
                <a:solidFill>
                  <a:srgbClr val="24372F"/>
                </a:solidFill>
                <a:latin typeface="Arial"/>
                <a:ea typeface="Arial"/>
                <a:cs typeface="Arial"/>
              </a:defRPr>
            </a:lvl5pPr>
            <a:lvl6pPr>
              <a:defRPr sz="1800" b="0">
                <a:solidFill>
                  <a:srgbClr val="24372F"/>
                </a:solidFill>
                <a:latin typeface="Arial"/>
                <a:ea typeface="Arial"/>
                <a:cs typeface="Arial"/>
              </a:defRPr>
            </a:lvl6pPr>
            <a:lvl7pPr>
              <a:defRPr sz="1800" b="0">
                <a:solidFill>
                  <a:srgbClr val="24372F"/>
                </a:solidFill>
                <a:latin typeface="Arial"/>
                <a:ea typeface="Arial"/>
                <a:cs typeface="Arial"/>
              </a:defRPr>
            </a:lvl7pPr>
            <a:lvl8pPr>
              <a:defRPr sz="1800" b="0">
                <a:solidFill>
                  <a:srgbClr val="24372F"/>
                </a:solidFill>
                <a:latin typeface="Arial"/>
                <a:ea typeface="Arial"/>
                <a:cs typeface="Arial"/>
              </a:defRPr>
            </a:lvl8pPr>
            <a:lvl9pPr>
              <a:defRPr sz="1800" b="0">
                <a:solidFill>
                  <a:srgbClr val="24372F"/>
                </a:solidFill>
                <a:latin typeface="Arial"/>
                <a:ea typeface="Arial"/>
                <a:cs typeface="Arial"/>
              </a:defRPr>
            </a:lvl9pPr>
          </a:lstStyle>
          <a:p xmlns:a="http://schemas.openxmlformats.org/drawingml/2006/main">
            <a:pPr>
              <a:defRPr sz="1800" b="0">
                <a:solidFill>
                  <a:srgbClr val="24372F"/>
                </a:solidFill>
                <a:latin typeface="Arial"/>
                <a:ea typeface="Arial"/>
                <a:cs typeface="Arial"/>
              </a:defRPr>
            </a:pPr>
            <a:r>
              <a:rPr sz="1800" b="0">
                <a:solidFill>
                  <a:srgbClr val="24372F"/>
                </a:solidFill>
                <a:latin typeface="Arial"/>
                <a:ea typeface="Arial"/>
                <a:cs typeface="Arial"/>
              </a:rPr>
              <a:t>Pale granite contrasts with the valley’s dense green canopy.</a:t>
            </a:r>
          </a:p>
        </p:txBody>
      </p:sp>
      <p:pic>
        <p:nvPicPr>
          <p:cNvPr id="10" name="">
            <a:extLst xmlns:a="http://schemas.openxmlformats.org/drawingml/2006/main">
              <a:ext uri="{FF2B5EF4-FFF2-40B4-BE49-F238E27FC236}">
                <a16:creationId xmlns:a16="http://schemas.microsoft.com/office/drawing/2014/main" id="{0BDEBCD9-E704-47A5-80D5-6BD256F66D5A}"/>
              </a:ext>
            </a:extLst>
          </p:cNvPr>
          <p:cNvPicPr>
            <a:picLocks xmlns:a="http://schemas.openxmlformats.org/drawingml/2006/main" noChangeAspect="1"/>
          </p:cNvPicPr>
          <p:nvPr/>
        </p:nvPicPr>
        <p:blipFill>
          <a:blip xmlns:r="http://schemas.openxmlformats.org/officeDocument/2006/relationships" xmlns:a="http://schemas.openxmlformats.org/drawingml/2006/main" r:embed="R3476e3d1bdc946ed"/>
          <a:srcRect xmlns:a="http://schemas.openxmlformats.org/drawingml/2006/main" l="25000" t="0" r="25000" b="0"/>
          <a:stretch xmlns:a="http://schemas.openxmlformats.org/drawingml/2006/main"/>
        </p:blipFill>
        <p:spPr>
          <a:xfrm xmlns:a="http://schemas.openxmlformats.org/drawingml/2006/main">
            <a:off x="4667250" y="1657350"/>
            <a:ext cx="4762500" cy="5357813"/>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1838BBDF-43CE-43EB-BF8D-B83575D6678A}"/>
              </a:ext>
            </a:extLst>
          </p:cNvPr>
          <p:cNvSpPr>
            <a:spLocks xmlns:a="http://schemas.openxmlformats.org/drawingml/2006/main" noGrp="1"/>
          </p:cNvSpPr>
          <p:nvPr/>
        </p:nvSpPr>
        <p:spPr>
          <a:xfrm xmlns:a="http://schemas.openxmlformats.org/drawingml/2006/main">
            <a:off x="4667250" y="7191375"/>
            <a:ext cx="476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24372F"/>
                </a:solidFill>
                <a:latin typeface="Arial"/>
                <a:ea typeface="Arial"/>
                <a:cs typeface="Arial"/>
              </a:defRPr>
            </a:defPPr>
            <a:lvl1pPr>
              <a:defRPr sz="1800" b="1">
                <a:solidFill>
                  <a:srgbClr val="24372F"/>
                </a:solidFill>
                <a:latin typeface="Arial"/>
                <a:ea typeface="Arial"/>
                <a:cs typeface="Arial"/>
              </a:defRPr>
            </a:lvl1pPr>
            <a:lvl2pPr>
              <a:defRPr sz="1800" b="1">
                <a:solidFill>
                  <a:srgbClr val="24372F"/>
                </a:solidFill>
                <a:latin typeface="Arial"/>
                <a:ea typeface="Arial"/>
                <a:cs typeface="Arial"/>
              </a:defRPr>
            </a:lvl2pPr>
            <a:lvl3pPr>
              <a:defRPr sz="1800" b="1">
                <a:solidFill>
                  <a:srgbClr val="24372F"/>
                </a:solidFill>
                <a:latin typeface="Arial"/>
                <a:ea typeface="Arial"/>
                <a:cs typeface="Arial"/>
              </a:defRPr>
            </a:lvl3pPr>
            <a:lvl4pPr>
              <a:defRPr sz="1800" b="1">
                <a:solidFill>
                  <a:srgbClr val="24372F"/>
                </a:solidFill>
                <a:latin typeface="Arial"/>
                <a:ea typeface="Arial"/>
                <a:cs typeface="Arial"/>
              </a:defRPr>
            </a:lvl4pPr>
            <a:lvl5pPr>
              <a:defRPr sz="1800" b="1">
                <a:solidFill>
                  <a:srgbClr val="24372F"/>
                </a:solidFill>
                <a:latin typeface="Arial"/>
                <a:ea typeface="Arial"/>
                <a:cs typeface="Arial"/>
              </a:defRPr>
            </a:lvl5pPr>
            <a:lvl6pPr>
              <a:defRPr sz="1800" b="1">
                <a:solidFill>
                  <a:srgbClr val="24372F"/>
                </a:solidFill>
                <a:latin typeface="Arial"/>
                <a:ea typeface="Arial"/>
                <a:cs typeface="Arial"/>
              </a:defRPr>
            </a:lvl6pPr>
            <a:lvl7pPr>
              <a:defRPr sz="1800" b="1">
                <a:solidFill>
                  <a:srgbClr val="24372F"/>
                </a:solidFill>
                <a:latin typeface="Arial"/>
                <a:ea typeface="Arial"/>
                <a:cs typeface="Arial"/>
              </a:defRPr>
            </a:lvl7pPr>
            <a:lvl8pPr>
              <a:defRPr sz="1800" b="1">
                <a:solidFill>
                  <a:srgbClr val="24372F"/>
                </a:solidFill>
                <a:latin typeface="Arial"/>
                <a:ea typeface="Arial"/>
                <a:cs typeface="Arial"/>
              </a:defRPr>
            </a:lvl8pPr>
            <a:lvl9pPr>
              <a:defRPr sz="1800" b="1">
                <a:solidFill>
                  <a:srgbClr val="24372F"/>
                </a:solidFill>
                <a:latin typeface="Arial"/>
                <a:ea typeface="Arial"/>
                <a:cs typeface="Arial"/>
              </a:defRPr>
            </a:lvl9pPr>
          </a:lstStyle>
          <a:p xmlns:a="http://schemas.openxmlformats.org/drawingml/2006/main">
            <a:pPr>
              <a:defRPr sz="1800" b="1">
                <a:solidFill>
                  <a:srgbClr val="24372F"/>
                </a:solidFill>
                <a:latin typeface="Arial"/>
                <a:ea typeface="Arial"/>
                <a:cs typeface="Arial"/>
              </a:defRPr>
            </a:pPr>
            <a:r>
              <a:rPr sz="1800" b="1">
                <a:solidFill>
                  <a:srgbClr val="24372F"/>
                </a:solidFill>
                <a:latin typeface="Arial"/>
                <a:ea typeface="Arial"/>
                <a:cs typeface="Arial"/>
              </a:rPr>
              <a:t>Recall today: Saved</a:t>
            </a:r>
          </a:p>
        </p:txBody>
      </p:sp>
      <p:sp>
        <p:nvSpPr>
          <p:cNvPr id="12" name="">
            <a:extLst xmlns:a="http://schemas.openxmlformats.org/drawingml/2006/main">
              <a:ext uri="{FF2B5EF4-FFF2-40B4-BE49-F238E27FC236}">
                <a16:creationId xmlns:a16="http://schemas.microsoft.com/office/drawing/2014/main" id="{D80FFE77-B4CF-4C8A-9CD4-EE40AD7F9582}"/>
              </a:ext>
            </a:extLst>
          </p:cNvPr>
          <p:cNvSpPr>
            <a:spLocks xmlns:a="http://schemas.openxmlformats.org/drawingml/2006/main" noGrp="1"/>
          </p:cNvSpPr>
          <p:nvPr/>
        </p:nvSpPr>
        <p:spPr>
          <a:xfrm xmlns:a="http://schemas.openxmlformats.org/drawingml/2006/main">
            <a:off x="9906000" y="1657350"/>
            <a:ext cx="476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214F3C"/>
                </a:solidFill>
                <a:latin typeface="Arial"/>
                <a:ea typeface="Arial"/>
                <a:cs typeface="Arial"/>
              </a:defRPr>
            </a:defPPr>
            <a:lvl1pPr>
              <a:defRPr sz="2100" b="1">
                <a:solidFill>
                  <a:srgbClr val="214F3C"/>
                </a:solidFill>
                <a:latin typeface="Arial"/>
                <a:ea typeface="Arial"/>
                <a:cs typeface="Arial"/>
              </a:defRPr>
            </a:lvl1pPr>
            <a:lvl2pPr>
              <a:defRPr sz="2100" b="1">
                <a:solidFill>
                  <a:srgbClr val="214F3C"/>
                </a:solidFill>
                <a:latin typeface="Arial"/>
                <a:ea typeface="Arial"/>
                <a:cs typeface="Arial"/>
              </a:defRPr>
            </a:lvl2pPr>
            <a:lvl3pPr>
              <a:defRPr sz="2100" b="1">
                <a:solidFill>
                  <a:srgbClr val="214F3C"/>
                </a:solidFill>
                <a:latin typeface="Arial"/>
                <a:ea typeface="Arial"/>
                <a:cs typeface="Arial"/>
              </a:defRPr>
            </a:lvl3pPr>
            <a:lvl4pPr>
              <a:defRPr sz="2100" b="1">
                <a:solidFill>
                  <a:srgbClr val="214F3C"/>
                </a:solidFill>
                <a:latin typeface="Arial"/>
                <a:ea typeface="Arial"/>
                <a:cs typeface="Arial"/>
              </a:defRPr>
            </a:lvl4pPr>
            <a:lvl5pPr>
              <a:defRPr sz="2100" b="1">
                <a:solidFill>
                  <a:srgbClr val="214F3C"/>
                </a:solidFill>
                <a:latin typeface="Arial"/>
                <a:ea typeface="Arial"/>
                <a:cs typeface="Arial"/>
              </a:defRPr>
            </a:lvl5pPr>
            <a:lvl6pPr>
              <a:defRPr sz="2100" b="1">
                <a:solidFill>
                  <a:srgbClr val="214F3C"/>
                </a:solidFill>
                <a:latin typeface="Arial"/>
                <a:ea typeface="Arial"/>
                <a:cs typeface="Arial"/>
              </a:defRPr>
            </a:lvl6pPr>
            <a:lvl7pPr>
              <a:defRPr sz="2100" b="1">
                <a:solidFill>
                  <a:srgbClr val="214F3C"/>
                </a:solidFill>
                <a:latin typeface="Arial"/>
                <a:ea typeface="Arial"/>
                <a:cs typeface="Arial"/>
              </a:defRPr>
            </a:lvl7pPr>
            <a:lvl8pPr>
              <a:defRPr sz="2100" b="1">
                <a:solidFill>
                  <a:srgbClr val="214F3C"/>
                </a:solidFill>
                <a:latin typeface="Arial"/>
                <a:ea typeface="Arial"/>
                <a:cs typeface="Arial"/>
              </a:defRPr>
            </a:lvl8pPr>
            <a:lvl9pPr>
              <a:defRPr sz="2100" b="1">
                <a:solidFill>
                  <a:srgbClr val="214F3C"/>
                </a:solidFill>
                <a:latin typeface="Arial"/>
                <a:ea typeface="Arial"/>
                <a:cs typeface="Arial"/>
              </a:defRPr>
            </a:lvl9pPr>
          </a:lstStyle>
          <a:p xmlns:a="http://schemas.openxmlformats.org/drawingml/2006/main">
            <a:pPr>
              <a:defRPr sz="2100" b="1">
                <a:solidFill>
                  <a:srgbClr val="214F3C"/>
                </a:solidFill>
                <a:latin typeface="Arial"/>
                <a:ea typeface="Arial"/>
                <a:cs typeface="Arial"/>
              </a:defRPr>
            </a:pPr>
            <a:r>
              <a:rPr sz="2100" b="1">
                <a:solidFill>
                  <a:srgbClr val="214F3C"/>
                </a:solidFill>
                <a:latin typeface="Arial"/>
                <a:ea typeface="Arial"/>
                <a:cs typeface="Arial"/>
              </a:rPr>
              <a:t>Room for varied photos</a:t>
            </a:r>
          </a:p>
        </p:txBody>
      </p:sp>
      <p:sp>
        <p:nvSpPr>
          <p:cNvPr id="13" name="">
            <a:extLst xmlns:a="http://schemas.openxmlformats.org/drawingml/2006/main">
              <a:ext uri="{FF2B5EF4-FFF2-40B4-BE49-F238E27FC236}">
                <a16:creationId xmlns:a16="http://schemas.microsoft.com/office/drawing/2014/main" id="{B21DAABB-52DF-4E21-B485-8289BE1602CD}"/>
              </a:ext>
            </a:extLst>
          </p:cNvPr>
          <p:cNvSpPr>
            <a:spLocks xmlns:a="http://schemas.openxmlformats.org/drawingml/2006/main" noGrp="1"/>
          </p:cNvSpPr>
          <p:nvPr/>
        </p:nvSpPr>
        <p:spPr>
          <a:xfrm xmlns:a="http://schemas.openxmlformats.org/drawingml/2006/main">
            <a:off x="9906000" y="2076450"/>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24372F"/>
                </a:solidFill>
                <a:latin typeface="Arial"/>
                <a:ea typeface="Arial"/>
                <a:cs typeface="Arial"/>
              </a:defRPr>
            </a:defPPr>
            <a:lvl1pPr>
              <a:defRPr sz="1800" b="0">
                <a:solidFill>
                  <a:srgbClr val="24372F"/>
                </a:solidFill>
                <a:latin typeface="Arial"/>
                <a:ea typeface="Arial"/>
                <a:cs typeface="Arial"/>
              </a:defRPr>
            </a:lvl1pPr>
            <a:lvl2pPr>
              <a:defRPr sz="1800" b="0">
                <a:solidFill>
                  <a:srgbClr val="24372F"/>
                </a:solidFill>
                <a:latin typeface="Arial"/>
                <a:ea typeface="Arial"/>
                <a:cs typeface="Arial"/>
              </a:defRPr>
            </a:lvl2pPr>
            <a:lvl3pPr>
              <a:defRPr sz="1800" b="0">
                <a:solidFill>
                  <a:srgbClr val="24372F"/>
                </a:solidFill>
                <a:latin typeface="Arial"/>
                <a:ea typeface="Arial"/>
                <a:cs typeface="Arial"/>
              </a:defRPr>
            </a:lvl3pPr>
            <a:lvl4pPr>
              <a:defRPr sz="1800" b="0">
                <a:solidFill>
                  <a:srgbClr val="24372F"/>
                </a:solidFill>
                <a:latin typeface="Arial"/>
                <a:ea typeface="Arial"/>
                <a:cs typeface="Arial"/>
              </a:defRPr>
            </a:lvl4pPr>
            <a:lvl5pPr>
              <a:defRPr sz="1800" b="0">
                <a:solidFill>
                  <a:srgbClr val="24372F"/>
                </a:solidFill>
                <a:latin typeface="Arial"/>
                <a:ea typeface="Arial"/>
                <a:cs typeface="Arial"/>
              </a:defRPr>
            </a:lvl5pPr>
            <a:lvl6pPr>
              <a:defRPr sz="1800" b="0">
                <a:solidFill>
                  <a:srgbClr val="24372F"/>
                </a:solidFill>
                <a:latin typeface="Arial"/>
                <a:ea typeface="Arial"/>
                <a:cs typeface="Arial"/>
              </a:defRPr>
            </a:lvl6pPr>
            <a:lvl7pPr>
              <a:defRPr sz="1800" b="0">
                <a:solidFill>
                  <a:srgbClr val="24372F"/>
                </a:solidFill>
                <a:latin typeface="Arial"/>
                <a:ea typeface="Arial"/>
                <a:cs typeface="Arial"/>
              </a:defRPr>
            </a:lvl7pPr>
            <a:lvl8pPr>
              <a:defRPr sz="1800" b="0">
                <a:solidFill>
                  <a:srgbClr val="24372F"/>
                </a:solidFill>
                <a:latin typeface="Arial"/>
                <a:ea typeface="Arial"/>
                <a:cs typeface="Arial"/>
              </a:defRPr>
            </a:lvl8pPr>
            <a:lvl9pPr>
              <a:defRPr sz="1800" b="0">
                <a:solidFill>
                  <a:srgbClr val="24372F"/>
                </a:solidFill>
                <a:latin typeface="Arial"/>
                <a:ea typeface="Arial"/>
                <a:cs typeface="Arial"/>
              </a:defRPr>
            </a:lvl9pPr>
          </a:lstStyle>
          <a:p xmlns:a="http://schemas.openxmlformats.org/drawingml/2006/main">
            <a:pPr>
              <a:defRPr sz="1800" b="0">
                <a:solidFill>
                  <a:srgbClr val="24372F"/>
                </a:solidFill>
                <a:latin typeface="Arial"/>
                <a:ea typeface="Arial"/>
                <a:cs typeface="Arial"/>
              </a:defRPr>
            </a:pPr>
            <a:r>
              <a:rPr sz="1800" b="0">
                <a:solidFill>
                  <a:srgbClr val="24372F"/>
                </a:solidFill>
                <a:latin typeface="Arial"/>
                <a:ea typeface="Arial"/>
                <a:cs typeface="Arial"/>
              </a:rPr>
              <a:t>Page #F5F5EE / card #FFFEFA</a:t>
            </a:r>
          </a:p>
          <a:p xmlns:a="http://schemas.openxmlformats.org/drawingml/2006/main">
            <a:pPr>
              <a:defRPr sz="1800" b="0">
                <a:solidFill>
                  <a:srgbClr val="24372F"/>
                </a:solidFill>
                <a:latin typeface="Arial"/>
                <a:ea typeface="Arial"/>
                <a:cs typeface="Arial"/>
              </a:defRPr>
            </a:pPr>
            <a:r>
              <a:rPr sz="1800" b="0">
                <a:solidFill>
                  <a:srgbClr val="24372F"/>
                </a:solidFill>
                <a:latin typeface="Arial"/>
                <a:ea typeface="Arial"/>
                <a:cs typeface="Arial"/>
              </a:rPr>
              <a:t>Yosemite pairs pale rock with darker greens. Recall uses cream surfaces so a colorful product or event screenshot remains the focus.</a:t>
            </a:r>
          </a:p>
        </p:txBody>
      </p:sp>
      <p:sp>
        <p:nvSpPr>
          <p:cNvPr id="14" name="">
            <a:extLst xmlns:a="http://schemas.openxmlformats.org/drawingml/2006/main">
              <a:ext uri="{FF2B5EF4-FFF2-40B4-BE49-F238E27FC236}">
                <a16:creationId xmlns:a16="http://schemas.microsoft.com/office/drawing/2014/main" id="{353CC871-314A-49DC-8211-1C732C965A35}"/>
              </a:ext>
            </a:extLst>
          </p:cNvPr>
          <p:cNvSpPr>
            <a:spLocks xmlns:a="http://schemas.openxmlformats.org/drawingml/2006/main" noGrp="1"/>
          </p:cNvSpPr>
          <p:nvPr/>
        </p:nvSpPr>
        <p:spPr>
          <a:xfrm xmlns:a="http://schemas.openxmlformats.org/drawingml/2006/main">
            <a:off x="9906000" y="4019550"/>
            <a:ext cx="476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214F3C"/>
                </a:solidFill>
                <a:latin typeface="Arial"/>
                <a:ea typeface="Arial"/>
                <a:cs typeface="Arial"/>
              </a:defRPr>
            </a:defPPr>
            <a:lvl1pPr>
              <a:defRPr sz="2100" b="1">
                <a:solidFill>
                  <a:srgbClr val="214F3C"/>
                </a:solidFill>
                <a:latin typeface="Arial"/>
                <a:ea typeface="Arial"/>
                <a:cs typeface="Arial"/>
              </a:defRPr>
            </a:lvl1pPr>
            <a:lvl2pPr>
              <a:defRPr sz="2100" b="1">
                <a:solidFill>
                  <a:srgbClr val="214F3C"/>
                </a:solidFill>
                <a:latin typeface="Arial"/>
                <a:ea typeface="Arial"/>
                <a:cs typeface="Arial"/>
              </a:defRPr>
            </a:lvl2pPr>
            <a:lvl3pPr>
              <a:defRPr sz="2100" b="1">
                <a:solidFill>
                  <a:srgbClr val="214F3C"/>
                </a:solidFill>
                <a:latin typeface="Arial"/>
                <a:ea typeface="Arial"/>
                <a:cs typeface="Arial"/>
              </a:defRPr>
            </a:lvl3pPr>
            <a:lvl4pPr>
              <a:defRPr sz="2100" b="1">
                <a:solidFill>
                  <a:srgbClr val="214F3C"/>
                </a:solidFill>
                <a:latin typeface="Arial"/>
                <a:ea typeface="Arial"/>
                <a:cs typeface="Arial"/>
              </a:defRPr>
            </a:lvl4pPr>
            <a:lvl5pPr>
              <a:defRPr sz="2100" b="1">
                <a:solidFill>
                  <a:srgbClr val="214F3C"/>
                </a:solidFill>
                <a:latin typeface="Arial"/>
                <a:ea typeface="Arial"/>
                <a:cs typeface="Arial"/>
              </a:defRPr>
            </a:lvl5pPr>
            <a:lvl6pPr>
              <a:defRPr sz="2100" b="1">
                <a:solidFill>
                  <a:srgbClr val="214F3C"/>
                </a:solidFill>
                <a:latin typeface="Arial"/>
                <a:ea typeface="Arial"/>
                <a:cs typeface="Arial"/>
              </a:defRPr>
            </a:lvl6pPr>
            <a:lvl7pPr>
              <a:defRPr sz="2100" b="1">
                <a:solidFill>
                  <a:srgbClr val="214F3C"/>
                </a:solidFill>
                <a:latin typeface="Arial"/>
                <a:ea typeface="Arial"/>
                <a:cs typeface="Arial"/>
              </a:defRPr>
            </a:lvl7pPr>
            <a:lvl8pPr>
              <a:defRPr sz="2100" b="1">
                <a:solidFill>
                  <a:srgbClr val="214F3C"/>
                </a:solidFill>
                <a:latin typeface="Arial"/>
                <a:ea typeface="Arial"/>
                <a:cs typeface="Arial"/>
              </a:defRPr>
            </a:lvl8pPr>
            <a:lvl9pPr>
              <a:defRPr sz="2100" b="1">
                <a:solidFill>
                  <a:srgbClr val="214F3C"/>
                </a:solidFill>
                <a:latin typeface="Arial"/>
                <a:ea typeface="Arial"/>
                <a:cs typeface="Arial"/>
              </a:defRPr>
            </a:lvl9pPr>
          </a:lstStyle>
          <a:p xmlns:a="http://schemas.openxmlformats.org/drawingml/2006/main">
            <a:pPr>
              <a:defRPr sz="2100" b="1">
                <a:solidFill>
                  <a:srgbClr val="214F3C"/>
                </a:solidFill>
                <a:latin typeface="Arial"/>
                <a:ea typeface="Arial"/>
                <a:cs typeface="Arial"/>
              </a:defRPr>
            </a:pPr>
            <a:r>
              <a:rPr sz="2100" b="1">
                <a:solidFill>
                  <a:srgbClr val="214F3C"/>
                </a:solidFill>
                <a:latin typeface="Arial"/>
                <a:ea typeface="Arial"/>
                <a:cs typeface="Arial"/>
              </a:rPr>
              <a:t>One recognizable action</a:t>
            </a:r>
          </a:p>
        </p:txBody>
      </p:sp>
      <p:sp>
        <p:nvSpPr>
          <p:cNvPr id="15" name="">
            <a:extLst xmlns:a="http://schemas.openxmlformats.org/drawingml/2006/main">
              <a:ext uri="{FF2B5EF4-FFF2-40B4-BE49-F238E27FC236}">
                <a16:creationId xmlns:a16="http://schemas.microsoft.com/office/drawing/2014/main" id="{34D09B25-F625-46D5-98D1-D9CDE42C0155}"/>
              </a:ext>
            </a:extLst>
          </p:cNvPr>
          <p:cNvSpPr>
            <a:spLocks xmlns:a="http://schemas.openxmlformats.org/drawingml/2006/main" noGrp="1"/>
          </p:cNvSpPr>
          <p:nvPr/>
        </p:nvSpPr>
        <p:spPr>
          <a:xfrm xmlns:a="http://schemas.openxmlformats.org/drawingml/2006/main">
            <a:off x="9906000" y="4438650"/>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24372F"/>
                </a:solidFill>
                <a:latin typeface="Arial"/>
                <a:ea typeface="Arial"/>
                <a:cs typeface="Arial"/>
              </a:defRPr>
            </a:defPPr>
            <a:lvl1pPr>
              <a:defRPr sz="1800" b="0">
                <a:solidFill>
                  <a:srgbClr val="24372F"/>
                </a:solidFill>
                <a:latin typeface="Arial"/>
                <a:ea typeface="Arial"/>
                <a:cs typeface="Arial"/>
              </a:defRPr>
            </a:lvl1pPr>
            <a:lvl2pPr>
              <a:defRPr sz="1800" b="0">
                <a:solidFill>
                  <a:srgbClr val="24372F"/>
                </a:solidFill>
                <a:latin typeface="Arial"/>
                <a:ea typeface="Arial"/>
                <a:cs typeface="Arial"/>
              </a:defRPr>
            </a:lvl2pPr>
            <a:lvl3pPr>
              <a:defRPr sz="1800" b="0">
                <a:solidFill>
                  <a:srgbClr val="24372F"/>
                </a:solidFill>
                <a:latin typeface="Arial"/>
                <a:ea typeface="Arial"/>
                <a:cs typeface="Arial"/>
              </a:defRPr>
            </a:lvl3pPr>
            <a:lvl4pPr>
              <a:defRPr sz="1800" b="0">
                <a:solidFill>
                  <a:srgbClr val="24372F"/>
                </a:solidFill>
                <a:latin typeface="Arial"/>
                <a:ea typeface="Arial"/>
                <a:cs typeface="Arial"/>
              </a:defRPr>
            </a:lvl4pPr>
            <a:lvl5pPr>
              <a:defRPr sz="1800" b="0">
                <a:solidFill>
                  <a:srgbClr val="24372F"/>
                </a:solidFill>
                <a:latin typeface="Arial"/>
                <a:ea typeface="Arial"/>
                <a:cs typeface="Arial"/>
              </a:defRPr>
            </a:lvl5pPr>
            <a:lvl6pPr>
              <a:defRPr sz="1800" b="0">
                <a:solidFill>
                  <a:srgbClr val="24372F"/>
                </a:solidFill>
                <a:latin typeface="Arial"/>
                <a:ea typeface="Arial"/>
                <a:cs typeface="Arial"/>
              </a:defRPr>
            </a:lvl6pPr>
            <a:lvl7pPr>
              <a:defRPr sz="1800" b="0">
                <a:solidFill>
                  <a:srgbClr val="24372F"/>
                </a:solidFill>
                <a:latin typeface="Arial"/>
                <a:ea typeface="Arial"/>
                <a:cs typeface="Arial"/>
              </a:defRPr>
            </a:lvl7pPr>
            <a:lvl8pPr>
              <a:defRPr sz="1800" b="0">
                <a:solidFill>
                  <a:srgbClr val="24372F"/>
                </a:solidFill>
                <a:latin typeface="Arial"/>
                <a:ea typeface="Arial"/>
                <a:cs typeface="Arial"/>
              </a:defRPr>
            </a:lvl8pPr>
            <a:lvl9pPr>
              <a:defRPr sz="1800" b="0">
                <a:solidFill>
                  <a:srgbClr val="24372F"/>
                </a:solidFill>
                <a:latin typeface="Arial"/>
                <a:ea typeface="Arial"/>
                <a:cs typeface="Arial"/>
              </a:defRPr>
            </a:lvl9pPr>
          </a:lstStyle>
          <a:p xmlns:a="http://schemas.openxmlformats.org/drawingml/2006/main">
            <a:pPr>
              <a:defRPr sz="1800" b="0">
                <a:solidFill>
                  <a:srgbClr val="24372F"/>
                </a:solidFill>
                <a:latin typeface="Arial"/>
                <a:ea typeface="Arial"/>
                <a:cs typeface="Arial"/>
              </a:defRPr>
            </a:pPr>
            <a:r>
              <a:rPr sz="1800" b="0">
                <a:solidFill>
                  <a:srgbClr val="24372F"/>
                </a:solidFill>
                <a:latin typeface="Arial"/>
                <a:ea typeface="Arial"/>
                <a:cs typeface="Arial"/>
              </a:rPr>
              <a:t>Action #214F3C / text #24372F</a:t>
            </a:r>
          </a:p>
          <a:p xmlns:a="http://schemas.openxmlformats.org/drawingml/2006/main">
            <a:pPr>
              <a:defRPr sz="1800" b="0">
                <a:solidFill>
                  <a:srgbClr val="24372F"/>
                </a:solidFill>
                <a:latin typeface="Arial"/>
                <a:ea typeface="Arial"/>
                <a:cs typeface="Arial"/>
              </a:defRPr>
            </a:pPr>
            <a:r>
              <a:rPr sz="1800" b="0">
                <a:solidFill>
                  <a:srgbClr val="24372F"/>
                </a:solidFill>
                <a:latin typeface="Arial"/>
                <a:ea typeface="Arial"/>
                <a:cs typeface="Arial"/>
              </a:rPr>
              <a:t>Starbucks repeats green across its page. Recall reserves solid forest green for primary actions, helping “Add photos” stand out from quieter filters.</a:t>
            </a:r>
          </a:p>
        </p:txBody>
      </p:sp>
      <p:sp>
        <p:nvSpPr>
          <p:cNvPr id="16" name="">
            <a:extLst xmlns:a="http://schemas.openxmlformats.org/drawingml/2006/main">
              <a:ext uri="{FF2B5EF4-FFF2-40B4-BE49-F238E27FC236}">
                <a16:creationId xmlns:a16="http://schemas.microsoft.com/office/drawing/2014/main" id="{648BF741-C06D-4C7F-A391-D9A5C397C9BC}"/>
              </a:ext>
            </a:extLst>
          </p:cNvPr>
          <p:cNvSpPr>
            <a:spLocks xmlns:a="http://schemas.openxmlformats.org/drawingml/2006/main" noGrp="1"/>
          </p:cNvSpPr>
          <p:nvPr/>
        </p:nvSpPr>
        <p:spPr>
          <a:xfrm xmlns:a="http://schemas.openxmlformats.org/drawingml/2006/main">
            <a:off x="9906000" y="6334125"/>
            <a:ext cx="476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214F3C"/>
                </a:solidFill>
                <a:latin typeface="Arial"/>
                <a:ea typeface="Arial"/>
                <a:cs typeface="Arial"/>
              </a:defRPr>
            </a:defPPr>
            <a:lvl1pPr>
              <a:defRPr sz="2100" b="1">
                <a:solidFill>
                  <a:srgbClr val="214F3C"/>
                </a:solidFill>
                <a:latin typeface="Arial"/>
                <a:ea typeface="Arial"/>
                <a:cs typeface="Arial"/>
              </a:defRPr>
            </a:lvl1pPr>
            <a:lvl2pPr>
              <a:defRPr sz="2100" b="1">
                <a:solidFill>
                  <a:srgbClr val="214F3C"/>
                </a:solidFill>
                <a:latin typeface="Arial"/>
                <a:ea typeface="Arial"/>
                <a:cs typeface="Arial"/>
              </a:defRPr>
            </a:lvl2pPr>
            <a:lvl3pPr>
              <a:defRPr sz="2100" b="1">
                <a:solidFill>
                  <a:srgbClr val="214F3C"/>
                </a:solidFill>
                <a:latin typeface="Arial"/>
                <a:ea typeface="Arial"/>
                <a:cs typeface="Arial"/>
              </a:defRPr>
            </a:lvl3pPr>
            <a:lvl4pPr>
              <a:defRPr sz="2100" b="1">
                <a:solidFill>
                  <a:srgbClr val="214F3C"/>
                </a:solidFill>
                <a:latin typeface="Arial"/>
                <a:ea typeface="Arial"/>
                <a:cs typeface="Arial"/>
              </a:defRPr>
            </a:lvl4pPr>
            <a:lvl5pPr>
              <a:defRPr sz="2100" b="1">
                <a:solidFill>
                  <a:srgbClr val="214F3C"/>
                </a:solidFill>
                <a:latin typeface="Arial"/>
                <a:ea typeface="Arial"/>
                <a:cs typeface="Arial"/>
              </a:defRPr>
            </a:lvl5pPr>
            <a:lvl6pPr>
              <a:defRPr sz="2100" b="1">
                <a:solidFill>
                  <a:srgbClr val="214F3C"/>
                </a:solidFill>
                <a:latin typeface="Arial"/>
                <a:ea typeface="Arial"/>
                <a:cs typeface="Arial"/>
              </a:defRPr>
            </a:lvl6pPr>
            <a:lvl7pPr>
              <a:defRPr sz="2100" b="1">
                <a:solidFill>
                  <a:srgbClr val="214F3C"/>
                </a:solidFill>
                <a:latin typeface="Arial"/>
                <a:ea typeface="Arial"/>
                <a:cs typeface="Arial"/>
              </a:defRPr>
            </a:lvl7pPr>
            <a:lvl8pPr>
              <a:defRPr sz="2100" b="1">
                <a:solidFill>
                  <a:srgbClr val="214F3C"/>
                </a:solidFill>
                <a:latin typeface="Arial"/>
                <a:ea typeface="Arial"/>
                <a:cs typeface="Arial"/>
              </a:defRPr>
            </a:lvl8pPr>
            <a:lvl9pPr>
              <a:defRPr sz="2100" b="1">
                <a:solidFill>
                  <a:srgbClr val="214F3C"/>
                </a:solidFill>
                <a:latin typeface="Arial"/>
                <a:ea typeface="Arial"/>
                <a:cs typeface="Arial"/>
              </a:defRPr>
            </a:lvl9pPr>
          </a:lstStyle>
          <a:p xmlns:a="http://schemas.openxmlformats.org/drawingml/2006/main">
            <a:pPr>
              <a:defRPr sz="2100" b="1">
                <a:solidFill>
                  <a:srgbClr val="214F3C"/>
                </a:solidFill>
                <a:latin typeface="Arial"/>
                <a:ea typeface="Arial"/>
                <a:cs typeface="Arial"/>
              </a:defRPr>
            </a:pPr>
            <a:r>
              <a:rPr sz="2100" b="1">
                <a:solidFill>
                  <a:srgbClr val="214F3C"/>
                </a:solidFill>
                <a:latin typeface="Arial"/>
                <a:ea typeface="Arial"/>
                <a:cs typeface="Arial"/>
              </a:rPr>
              <a:t>A separate focus cue</a:t>
            </a:r>
          </a:p>
        </p:txBody>
      </p:sp>
      <p:sp>
        <p:nvSpPr>
          <p:cNvPr id="17" name="">
            <a:extLst xmlns:a="http://schemas.openxmlformats.org/drawingml/2006/main">
              <a:ext uri="{FF2B5EF4-FFF2-40B4-BE49-F238E27FC236}">
                <a16:creationId xmlns:a16="http://schemas.microsoft.com/office/drawing/2014/main" id="{0FFE8393-78DC-42EF-86A5-C607271AF4E3}"/>
              </a:ext>
            </a:extLst>
          </p:cNvPr>
          <p:cNvSpPr>
            <a:spLocks xmlns:a="http://schemas.openxmlformats.org/drawingml/2006/main" noGrp="1"/>
          </p:cNvSpPr>
          <p:nvPr/>
        </p:nvSpPr>
        <p:spPr>
          <a:xfrm xmlns:a="http://schemas.openxmlformats.org/drawingml/2006/main">
            <a:off x="9906000" y="6753225"/>
            <a:ext cx="4762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24372F"/>
                </a:solidFill>
                <a:latin typeface="Arial"/>
                <a:ea typeface="Arial"/>
                <a:cs typeface="Arial"/>
              </a:defRPr>
            </a:defPPr>
            <a:lvl1pPr>
              <a:defRPr sz="1800" b="0">
                <a:solidFill>
                  <a:srgbClr val="24372F"/>
                </a:solidFill>
                <a:latin typeface="Arial"/>
                <a:ea typeface="Arial"/>
                <a:cs typeface="Arial"/>
              </a:defRPr>
            </a:lvl1pPr>
            <a:lvl2pPr>
              <a:defRPr sz="1800" b="0">
                <a:solidFill>
                  <a:srgbClr val="24372F"/>
                </a:solidFill>
                <a:latin typeface="Arial"/>
                <a:ea typeface="Arial"/>
                <a:cs typeface="Arial"/>
              </a:defRPr>
            </a:lvl2pPr>
            <a:lvl3pPr>
              <a:defRPr sz="1800" b="0">
                <a:solidFill>
                  <a:srgbClr val="24372F"/>
                </a:solidFill>
                <a:latin typeface="Arial"/>
                <a:ea typeface="Arial"/>
                <a:cs typeface="Arial"/>
              </a:defRPr>
            </a:lvl3pPr>
            <a:lvl4pPr>
              <a:defRPr sz="1800" b="0">
                <a:solidFill>
                  <a:srgbClr val="24372F"/>
                </a:solidFill>
                <a:latin typeface="Arial"/>
                <a:ea typeface="Arial"/>
                <a:cs typeface="Arial"/>
              </a:defRPr>
            </a:lvl4pPr>
            <a:lvl5pPr>
              <a:defRPr sz="1800" b="0">
                <a:solidFill>
                  <a:srgbClr val="24372F"/>
                </a:solidFill>
                <a:latin typeface="Arial"/>
                <a:ea typeface="Arial"/>
                <a:cs typeface="Arial"/>
              </a:defRPr>
            </a:lvl5pPr>
            <a:lvl6pPr>
              <a:defRPr sz="1800" b="0">
                <a:solidFill>
                  <a:srgbClr val="24372F"/>
                </a:solidFill>
                <a:latin typeface="Arial"/>
                <a:ea typeface="Arial"/>
                <a:cs typeface="Arial"/>
              </a:defRPr>
            </a:lvl6pPr>
            <a:lvl7pPr>
              <a:defRPr sz="1800" b="0">
                <a:solidFill>
                  <a:srgbClr val="24372F"/>
                </a:solidFill>
                <a:latin typeface="Arial"/>
                <a:ea typeface="Arial"/>
                <a:cs typeface="Arial"/>
              </a:defRPr>
            </a:lvl7pPr>
            <a:lvl8pPr>
              <a:defRPr sz="1800" b="0">
                <a:solidFill>
                  <a:srgbClr val="24372F"/>
                </a:solidFill>
                <a:latin typeface="Arial"/>
                <a:ea typeface="Arial"/>
                <a:cs typeface="Arial"/>
              </a:defRPr>
            </a:lvl8pPr>
            <a:lvl9pPr>
              <a:defRPr sz="1800" b="0">
                <a:solidFill>
                  <a:srgbClr val="24372F"/>
                </a:solidFill>
                <a:latin typeface="Arial"/>
                <a:ea typeface="Arial"/>
                <a:cs typeface="Arial"/>
              </a:defRPr>
            </a:lvl9pPr>
          </a:lstStyle>
          <a:p xmlns:a="http://schemas.openxmlformats.org/drawingml/2006/main">
            <a:pPr>
              <a:defRPr sz="1800" b="0">
                <a:solidFill>
                  <a:srgbClr val="24372F"/>
                </a:solidFill>
                <a:latin typeface="Arial"/>
                <a:ea typeface="Arial"/>
                <a:cs typeface="Arial"/>
              </a:defRPr>
            </a:pPr>
            <a:r>
              <a:rPr sz="1800" b="0">
                <a:solidFill>
                  <a:srgbClr val="24372F"/>
                </a:solidFill>
                <a:latin typeface="Arial"/>
                <a:ea typeface="Arial"/>
                <a:cs typeface="Arial"/>
              </a:rPr>
              <a:t>Focus outline #A76B2E</a:t>
            </a:r>
          </a:p>
          <a:p xmlns:a="http://schemas.openxmlformats.org/drawingml/2006/main">
            <a:pPr>
              <a:defRPr sz="1800" b="0">
                <a:solidFill>
                  <a:srgbClr val="24372F"/>
                </a:solidFill>
                <a:latin typeface="Arial"/>
                <a:ea typeface="Arial"/>
                <a:cs typeface="Arial"/>
              </a:defRPr>
            </a:pPr>
            <a:r>
              <a:rPr sz="1800" b="0">
                <a:solidFill>
                  <a:srgbClr val="24372F"/>
                </a:solidFill>
                <a:latin typeface="Arial"/>
                <a:ea typeface="Arial"/>
                <a:cs typeface="Arial"/>
              </a:rPr>
              <a:t>The brown ring marks the current keyboard target even when “All” is already selected. Written filter labels keep the choices understandable beyond color.</a:t>
            </a:r>
          </a:p>
        </p:txBody>
      </p:sp>
    </p:spTree>
    <p:extLst>
      <p:ext uri="{BB962C8B-B14F-4D97-AF65-F5344CB8AC3E}">
        <p14:creationId xmlns:p14="http://schemas.microsoft.com/office/powerpoint/2010/main" val="190810429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2026-10-19T19:19:35.9800000Z</dcterms:created>
  <dcterms:modified xsi:type="dcterms:W3CDTF">2026-10-19T19:19:35.9800000Z</dcterms:modified>
</coreProperties>
</file>